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notesSlides/notesSlide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Arial"/>
              </a:rPr>
              <a:t>Click to move the slide</a:t>
            </a:r>
            <a:endParaRPr lang="en-US" sz="4400" b="0" u="none" strike="noStrike">
              <a:solidFill>
                <a:srgbClr val="000000"/>
              </a:solidFill>
              <a:effectLst/>
              <a:uFillTx/>
              <a:latin typeface="Arial"/>
            </a:endParaRPr>
          </a:p>
        </p:txBody>
      </p:sp>
      <p:sp>
        <p:nvSpPr>
          <p:cNvPr id="6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63"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64"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5"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EE76D402-4462-45FE-835C-06D8213FFAE7}"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sldImg"/>
          </p:nvPr>
        </p:nvSpPr>
        <p:spPr>
          <a:xfrm>
            <a:off x="685800" y="1143000"/>
            <a:ext cx="5485680" cy="3085560"/>
          </a:xfrm>
          <a:prstGeom prst="rect">
            <a:avLst/>
          </a:prstGeom>
          <a:ln w="0">
            <a:noFill/>
          </a:ln>
        </p:spPr>
      </p:sp>
      <p:sp>
        <p:nvSpPr>
          <p:cNvPr id="12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lang="en-US" sz="1800" b="0" u="none" strike="noStrike">
              <a:solidFill>
                <a:srgbClr val="000000"/>
              </a:solidFill>
              <a:effectLst/>
              <a:uFillTx/>
              <a:latin typeface="Arial"/>
            </a:endParaRPr>
          </a:p>
        </p:txBody>
      </p:sp>
      <p:sp>
        <p:nvSpPr>
          <p:cNvPr id="124" name="PlaceHolder 3"/>
          <p:cNvSpPr>
            <a:spLocks noGrp="1"/>
          </p:cNvSpPr>
          <p:nvPr>
            <p:ph type="sldNum" idx="37"/>
          </p:nvPr>
        </p:nvSpPr>
        <p:spPr>
          <a:xfrm>
            <a:off x="3884760" y="8685360"/>
            <a:ext cx="2971080" cy="457920"/>
          </a:xfrm>
          <a:prstGeom prst="rect">
            <a:avLst/>
          </a:prstGeom>
          <a:noFill/>
          <a:ln w="0">
            <a:noFill/>
          </a:ln>
        </p:spPr>
        <p:txBody>
          <a:bodyPr lIns="91440" rIns="91440" tIns="45720" bIns="45720" anchor="b">
            <a:noAutofit/>
          </a:bodyPr>
          <a:lstStyle>
            <a:lvl1pPr indent="0" algn="r">
              <a:lnSpc>
                <a:spcPct val="100000"/>
              </a:lnSpc>
              <a:buNone/>
              <a:tabLst>
                <a:tab algn="l" pos="0"/>
              </a:tabLst>
              <a:defRPr lang="pt-BR" sz="1200" b="0" u="none" strike="noStrike">
                <a:solidFill>
                  <a:srgbClr val="000000"/>
                </a:solidFill>
                <a:effectLst/>
                <a:uFillTx/>
                <a:latin typeface="Times New Roman"/>
              </a:defRPr>
            </a:lvl1pPr>
          </a:lstStyle>
          <a:p>
            <a:pPr indent="0" algn="r">
              <a:lnSpc>
                <a:spcPct val="100000"/>
              </a:lnSpc>
              <a:buNone/>
              <a:tabLst>
                <a:tab algn="l" pos="0"/>
              </a:tabLst>
            </a:pPr>
            <a:fld id="{DAD1E7C4-05D4-456E-8F51-0E1721D3601B}" type="slidenum">
              <a:rPr lang="pt-BR"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m Branco">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pt-B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3" name="PlaceHolder 2"/>
          <p:cNvSpPr>
            <a:spLocks noGrp="1"/>
          </p:cNvSpPr>
          <p:nvPr>
            <p:ph type="ftr" idx="2"/>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 name="PlaceHolder 3"/>
          <p:cNvSpPr>
            <a:spLocks noGrp="1"/>
          </p:cNvSpPr>
          <p:nvPr>
            <p:ph type="sldNum" idx="3"/>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CE4F8FE2-D6E6-405C-9A84-07F4D1FD87AA}" type="slidenum">
              <a:rPr lang="pt-B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údo com Legenda">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9880" y="457200"/>
            <a:ext cx="3931560" cy="1599480"/>
          </a:xfrm>
          <a:prstGeom prst="rect">
            <a:avLst/>
          </a:prstGeom>
          <a:noFill/>
          <a:ln w="0">
            <a:noFill/>
          </a:ln>
        </p:spPr>
        <p:txBody>
          <a:bodyPr lIns="91440" rIns="91440" tIns="45720" bIns="45720" anchor="b">
            <a:noAutofit/>
          </a:bodyPr>
          <a:p>
            <a:pPr indent="0" defTabSz="914400">
              <a:lnSpc>
                <a:spcPct val="90000"/>
              </a:lnSpc>
              <a:buNone/>
              <a:tabLst>
                <a:tab algn="l" pos="0"/>
              </a:tabLst>
            </a:pPr>
            <a:r>
              <a:rPr lang="pt-BR" sz="3200" b="0" u="none" strike="noStrike">
                <a:solidFill>
                  <a:schemeClr val="dk1"/>
                </a:solidFill>
                <a:effectLst/>
                <a:uFillTx/>
                <a:latin typeface="Aptos Display"/>
              </a:rPr>
              <a:t>Clique para editar o título Mestre</a:t>
            </a:r>
            <a:endParaRPr lang="en-US" sz="3200" b="0" u="none" strike="noStrike">
              <a:solidFill>
                <a:srgbClr val="000000"/>
              </a:solidFill>
              <a:effectLst/>
              <a:uFillTx/>
              <a:latin typeface="Arial"/>
            </a:endParaRPr>
          </a:p>
        </p:txBody>
      </p:sp>
      <p:sp>
        <p:nvSpPr>
          <p:cNvPr id="6" name="PlaceHolder 2"/>
          <p:cNvSpPr>
            <a:spLocks noGrp="1"/>
          </p:cNvSpPr>
          <p:nvPr>
            <p:ph type="body"/>
          </p:nvPr>
        </p:nvSpPr>
        <p:spPr>
          <a:xfrm>
            <a:off x="5183280" y="987480"/>
            <a:ext cx="6171480" cy="4872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pt-BR" sz="3200" b="0" u="none" strike="noStrike">
                <a:solidFill>
                  <a:schemeClr val="dk1"/>
                </a:solidFill>
                <a:effectLst/>
                <a:uFillTx/>
                <a:latin typeface="Aptos"/>
              </a:rPr>
              <a:t>Clique para editar os </a:t>
            </a:r>
            <a:r>
              <a:rPr lang="pt-BR" sz="3200" b="0" u="none" strike="noStrike">
                <a:solidFill>
                  <a:schemeClr val="dk1"/>
                </a:solidFill>
                <a:effectLst/>
                <a:uFillTx/>
                <a:latin typeface="Aptos"/>
              </a:rPr>
              <a:t>estilos de texto Mestres</a:t>
            </a:r>
            <a:endParaRPr lang="en-US" sz="32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pt-BR" sz="2800" b="0" u="none" strike="noStrike">
                <a:solidFill>
                  <a:schemeClr val="dk1"/>
                </a:solidFill>
                <a:effectLst/>
                <a:uFillTx/>
                <a:latin typeface="Aptos"/>
              </a:rPr>
              <a:t>Segundo nível</a:t>
            </a:r>
            <a:endParaRPr lang="en-US" sz="28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ptos"/>
              </a:rPr>
              <a:t>Terceiro nível</a:t>
            </a:r>
            <a:endParaRPr lang="en-US" sz="24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pt-BR" sz="2000" b="0" u="none" strike="noStrike">
                <a:solidFill>
                  <a:schemeClr val="dk1"/>
                </a:solidFill>
                <a:effectLst/>
                <a:uFillTx/>
                <a:latin typeface="Aptos"/>
              </a:rPr>
              <a:t>Quarto nível</a:t>
            </a:r>
            <a:endParaRPr lang="en-US" sz="20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pt-BR" sz="2000" b="0" u="none" strike="noStrike">
                <a:solidFill>
                  <a:schemeClr val="dk1"/>
                </a:solidFill>
                <a:effectLst/>
                <a:uFillTx/>
                <a:latin typeface="Aptos"/>
              </a:rPr>
              <a:t>Quinto nível</a:t>
            </a:r>
            <a:endParaRPr lang="en-US" sz="2000" b="0" u="none" strike="noStrike">
              <a:solidFill>
                <a:srgbClr val="000000"/>
              </a:solidFill>
              <a:effectLst/>
              <a:uFillTx/>
              <a:latin typeface="Arial"/>
            </a:endParaRPr>
          </a:p>
        </p:txBody>
      </p:sp>
      <p:sp>
        <p:nvSpPr>
          <p:cNvPr id="7" name="PlaceHolder 3"/>
          <p:cNvSpPr>
            <a:spLocks noGrp="1"/>
          </p:cNvSpPr>
          <p:nvPr>
            <p:ph type="body"/>
          </p:nvPr>
        </p:nvSpPr>
        <p:spPr>
          <a:xfrm>
            <a:off x="839880" y="2057400"/>
            <a:ext cx="3931560" cy="38109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pt-BR" sz="1600" b="0" u="none" strike="noStrike">
                <a:solidFill>
                  <a:schemeClr val="dk1"/>
                </a:solidFill>
                <a:effectLst/>
                <a:uFillTx/>
                <a:latin typeface="Aptos"/>
              </a:rPr>
              <a:t>Clique para editar os estilos de texto Mestres</a:t>
            </a:r>
            <a:endParaRPr lang="en-US" sz="1600" b="0" u="none" strike="noStrike">
              <a:solidFill>
                <a:srgbClr val="000000"/>
              </a:solidFill>
              <a:effectLst/>
              <a:uFillTx/>
              <a:latin typeface="Arial"/>
            </a:endParaRPr>
          </a:p>
        </p:txBody>
      </p:sp>
      <p:sp>
        <p:nvSpPr>
          <p:cNvPr id="8" name="PlaceHolder 4"/>
          <p:cNvSpPr>
            <a:spLocks noGrp="1"/>
          </p:cNvSpPr>
          <p:nvPr>
            <p:ph type="dt" idx="4"/>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pt-B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9" name="PlaceHolder 5"/>
          <p:cNvSpPr>
            <a:spLocks noGrp="1"/>
          </p:cNvSpPr>
          <p:nvPr>
            <p:ph type="ftr" idx="5"/>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0" name="PlaceHolder 6"/>
          <p:cNvSpPr>
            <a:spLocks noGrp="1"/>
          </p:cNvSpPr>
          <p:nvPr>
            <p:ph type="sldNum" idx="6"/>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78F59BA5-00A9-4330-88DC-98FC02D75999}" type="slidenum">
              <a:rPr lang="pt-B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m com Legenda">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39880" y="457200"/>
            <a:ext cx="3931560" cy="1599480"/>
          </a:xfrm>
          <a:prstGeom prst="rect">
            <a:avLst/>
          </a:prstGeom>
          <a:noFill/>
          <a:ln w="0">
            <a:noFill/>
          </a:ln>
        </p:spPr>
        <p:txBody>
          <a:bodyPr lIns="91440" rIns="91440" tIns="45720" bIns="45720" anchor="b">
            <a:noAutofit/>
          </a:bodyPr>
          <a:p>
            <a:pPr indent="0" defTabSz="914400">
              <a:lnSpc>
                <a:spcPct val="90000"/>
              </a:lnSpc>
              <a:buNone/>
              <a:tabLst>
                <a:tab algn="l" pos="0"/>
              </a:tabLst>
            </a:pPr>
            <a:r>
              <a:rPr lang="pt-BR" sz="3200" b="0" u="none" strike="noStrike">
                <a:solidFill>
                  <a:schemeClr val="dk1"/>
                </a:solidFill>
                <a:effectLst/>
                <a:uFillTx/>
                <a:latin typeface="Aptos Display"/>
              </a:rPr>
              <a:t>Clique para editar o título Mestre</a:t>
            </a:r>
            <a:endParaRPr lang="en-US" sz="3200" b="0" u="none" strike="noStrike">
              <a:solidFill>
                <a:srgbClr val="000000"/>
              </a:solidFill>
              <a:effectLst/>
              <a:uFillTx/>
              <a:latin typeface="Arial"/>
            </a:endParaRPr>
          </a:p>
        </p:txBody>
      </p:sp>
      <p:sp>
        <p:nvSpPr>
          <p:cNvPr id="12" name="PlaceHolder 2"/>
          <p:cNvSpPr>
            <a:spLocks noGrp="1"/>
          </p:cNvSpPr>
          <p:nvPr>
            <p:ph type="body"/>
          </p:nvPr>
        </p:nvSpPr>
        <p:spPr>
          <a:xfrm>
            <a:off x="5183280" y="987480"/>
            <a:ext cx="6171480" cy="487296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lang="pt-BR" sz="3200" b="0" u="none" strike="noStrike">
                <a:solidFill>
                  <a:schemeClr val="dk1"/>
                </a:solidFill>
                <a:effectLst/>
                <a:uFillTx/>
                <a:latin typeface="Aptos"/>
              </a:rPr>
              <a:t>Click to edit the outline text format</a:t>
            </a:r>
            <a:endParaRPr lang="en-US" sz="32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pt-BR" sz="3200" b="0" u="none" strike="noStrike">
                <a:solidFill>
                  <a:schemeClr val="dk1"/>
                </a:solidFill>
                <a:effectLst/>
                <a:uFillTx/>
                <a:latin typeface="Aptos"/>
              </a:rPr>
              <a:t>Second Outline Level</a:t>
            </a:r>
            <a:endParaRPr lang="en-US" sz="32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pt-BR" sz="3200" b="0" u="none" strike="noStrike">
                <a:solidFill>
                  <a:schemeClr val="dk1"/>
                </a:solidFill>
                <a:effectLst/>
                <a:uFillTx/>
                <a:latin typeface="Aptos"/>
              </a:rPr>
              <a:t>Third Outline Level</a:t>
            </a:r>
            <a:endParaRPr lang="en-US" sz="32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pt-BR" sz="3200" b="0" u="none" strike="noStrike">
                <a:solidFill>
                  <a:schemeClr val="dk1"/>
                </a:solidFill>
                <a:effectLst/>
                <a:uFillTx/>
                <a:latin typeface="Aptos"/>
              </a:rPr>
              <a:t>Fourth Outline Level</a:t>
            </a:r>
            <a:endParaRPr lang="en-US" sz="32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pt-BR" sz="3200" b="0" u="none" strike="noStrike">
                <a:solidFill>
                  <a:schemeClr val="dk1"/>
                </a:solidFill>
                <a:effectLst/>
                <a:uFillTx/>
                <a:latin typeface="Aptos"/>
              </a:rPr>
              <a:t>Fifth Outline Level</a:t>
            </a:r>
            <a:endParaRPr lang="en-US" sz="32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pt-BR" sz="3200" b="0" u="none" strike="noStrike">
                <a:solidFill>
                  <a:schemeClr val="dk1"/>
                </a:solidFill>
                <a:effectLst/>
                <a:uFillTx/>
                <a:latin typeface="Aptos"/>
              </a:rPr>
              <a:t>Sixth Outline Level</a:t>
            </a:r>
            <a:endParaRPr lang="en-US" sz="32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pt-BR" sz="3200" b="0" u="none" strike="noStrike">
                <a:solidFill>
                  <a:schemeClr val="dk1"/>
                </a:solidFill>
                <a:effectLst/>
                <a:uFillTx/>
                <a:latin typeface="Aptos"/>
              </a:rPr>
              <a:t>Seventh Outline Level</a:t>
            </a:r>
            <a:endParaRPr lang="en-US" sz="3200" b="0" u="none" strike="noStrike">
              <a:solidFill>
                <a:srgbClr val="000000"/>
              </a:solidFill>
              <a:effectLst/>
              <a:uFillTx/>
              <a:latin typeface="Arial"/>
            </a:endParaRPr>
          </a:p>
        </p:txBody>
      </p:sp>
      <p:sp>
        <p:nvSpPr>
          <p:cNvPr id="13" name="PlaceHolder 3"/>
          <p:cNvSpPr>
            <a:spLocks noGrp="1"/>
          </p:cNvSpPr>
          <p:nvPr>
            <p:ph type="body"/>
          </p:nvPr>
        </p:nvSpPr>
        <p:spPr>
          <a:xfrm>
            <a:off x="839880" y="2057400"/>
            <a:ext cx="3931560" cy="38109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pt-BR" sz="1600" b="0" u="none" strike="noStrike">
                <a:solidFill>
                  <a:schemeClr val="dk1"/>
                </a:solidFill>
                <a:effectLst/>
                <a:uFillTx/>
                <a:latin typeface="Aptos"/>
              </a:rPr>
              <a:t>Clique para editar os estilos de texto Mestres</a:t>
            </a:r>
            <a:endParaRPr lang="en-US" sz="1600" b="0" u="none" strike="noStrike">
              <a:solidFill>
                <a:srgbClr val="000000"/>
              </a:solidFill>
              <a:effectLst/>
              <a:uFillTx/>
              <a:latin typeface="Arial"/>
            </a:endParaRPr>
          </a:p>
        </p:txBody>
      </p:sp>
      <p:sp>
        <p:nvSpPr>
          <p:cNvPr id="14" name="PlaceHolder 4"/>
          <p:cNvSpPr>
            <a:spLocks noGrp="1"/>
          </p:cNvSpPr>
          <p:nvPr>
            <p:ph type="dt" idx="7"/>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pt-B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15" name="PlaceHolder 5"/>
          <p:cNvSpPr>
            <a:spLocks noGrp="1"/>
          </p:cNvSpPr>
          <p:nvPr>
            <p:ph type="ftr" idx="8"/>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 name="PlaceHolder 6"/>
          <p:cNvSpPr>
            <a:spLocks noGrp="1"/>
          </p:cNvSpPr>
          <p:nvPr>
            <p:ph type="sldNum" idx="9"/>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0F44D45B-D700-4CDC-9822-D3FB0C4D2DC6}" type="slidenum">
              <a:rPr lang="pt-B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Slide de Título">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1523880" y="1122480"/>
            <a:ext cx="9143280" cy="238680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pt-BR" sz="6000" b="0" u="none" strike="noStrike">
                <a:solidFill>
                  <a:schemeClr val="dk1"/>
                </a:solidFill>
                <a:effectLst/>
                <a:uFillTx/>
                <a:latin typeface="Aptos Display"/>
              </a:rPr>
              <a:t>Clique para editar o título Mestre</a:t>
            </a:r>
            <a:endParaRPr lang="en-US" sz="6000" b="0" u="none" strike="noStrike">
              <a:solidFill>
                <a:srgbClr val="000000"/>
              </a:solidFill>
              <a:effectLst/>
              <a:uFillTx/>
              <a:latin typeface="Arial"/>
            </a:endParaRPr>
          </a:p>
        </p:txBody>
      </p:sp>
      <p:sp>
        <p:nvSpPr>
          <p:cNvPr id="18" name="PlaceHolder 2"/>
          <p:cNvSpPr>
            <a:spLocks noGrp="1"/>
          </p:cNvSpPr>
          <p:nvPr>
            <p:ph type="dt" idx="10"/>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pt-B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19" name="PlaceHolder 3"/>
          <p:cNvSpPr>
            <a:spLocks noGrp="1"/>
          </p:cNvSpPr>
          <p:nvPr>
            <p:ph type="ftr" idx="1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0" name="PlaceHolder 4"/>
          <p:cNvSpPr>
            <a:spLocks noGrp="1"/>
          </p:cNvSpPr>
          <p:nvPr>
            <p:ph type="sldNum" idx="1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9E11A9D5-0D96-4CFA-B56B-2FF39E6A8089}" type="slidenum">
              <a:rPr lang="pt-B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
        <p:nvSpPr>
          <p:cNvPr id="21"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lang="pt-BR" sz="2800" b="0" u="none" strike="noStrike">
                <a:solidFill>
                  <a:schemeClr val="dk1"/>
                </a:solidFill>
                <a:effectLst/>
                <a:uFillTx/>
                <a:latin typeface="Aptos"/>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pt-BR" sz="2000" b="0" u="none" strike="noStrike">
                <a:solidFill>
                  <a:schemeClr val="dk1"/>
                </a:solidFill>
                <a:effectLst/>
                <a:uFillTx/>
                <a:latin typeface="Aptos"/>
              </a:rPr>
              <a:t>Second Outline Level</a:t>
            </a:r>
            <a:endParaRPr lang="en-US"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pt-BR" sz="1800" b="0" u="none" strike="noStrike">
                <a:solidFill>
                  <a:schemeClr val="dk1"/>
                </a:solidFill>
                <a:effectLst/>
                <a:uFillTx/>
                <a:latin typeface="Aptos"/>
              </a:rPr>
              <a:t>Third Outline Level</a:t>
            </a:r>
            <a:endParaRPr lang="en-US"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pt-BR" sz="1800" b="0" u="none" strike="noStrike">
                <a:solidFill>
                  <a:schemeClr val="dk1"/>
                </a:solidFill>
                <a:effectLst/>
                <a:uFillTx/>
                <a:latin typeface="Aptos"/>
              </a:rPr>
              <a:t>Fourth Outline Level</a:t>
            </a:r>
            <a:endParaRPr lang="en-US"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pt-BR" sz="2000" b="0" u="none" strike="noStrike">
                <a:solidFill>
                  <a:schemeClr val="dk1"/>
                </a:solidFill>
                <a:effectLst/>
                <a:uFillTx/>
                <a:latin typeface="Aptos"/>
              </a:rPr>
              <a:t>Fifth Outline Level</a:t>
            </a:r>
            <a:endParaRPr lang="en-US"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pt-BR" sz="2000" b="0" u="none" strike="noStrike">
                <a:solidFill>
                  <a:schemeClr val="dk1"/>
                </a:solidFill>
                <a:effectLst/>
                <a:uFillTx/>
                <a:latin typeface="Aptos"/>
              </a:rPr>
              <a:t>Sixth Outline Level</a:t>
            </a:r>
            <a:endParaRPr lang="en-US"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pt-BR" sz="2000" b="0" u="none" strike="noStrike">
                <a:solidFill>
                  <a:schemeClr val="dk1"/>
                </a:solidFill>
                <a:effectLst/>
                <a:uFillTx/>
                <a:latin typeface="Aptos"/>
              </a:rPr>
              <a:t>Seventh Outline Level</a:t>
            </a:r>
            <a:endParaRPr lang="en-US" sz="200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ítulo e Texto Vertical">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pt-BR" sz="4400" b="0" u="none" strike="noStrike">
                <a:solidFill>
                  <a:schemeClr val="dk1"/>
                </a:solidFill>
                <a:effectLst/>
                <a:uFillTx/>
                <a:latin typeface="Aptos Display"/>
              </a:rPr>
              <a:t>Clique para editar o título Mestre</a:t>
            </a:r>
            <a:endParaRPr lang="en-US" sz="4400" b="0" u="none" strike="noStrike">
              <a:solidFill>
                <a:srgbClr val="000000"/>
              </a:solidFill>
              <a:effectLst/>
              <a:uFillTx/>
              <a:latin typeface="Arial"/>
            </a:endParaRPr>
          </a:p>
        </p:txBody>
      </p:sp>
      <p:sp>
        <p:nvSpPr>
          <p:cNvPr id="23" name="PlaceHolder 2"/>
          <p:cNvSpPr>
            <a:spLocks noGrp="1"/>
          </p:cNvSpPr>
          <p:nvPr>
            <p:ph type="body"/>
          </p:nvPr>
        </p:nvSpPr>
        <p:spPr>
          <a:xfrm>
            <a:off x="838080" y="1825560"/>
            <a:ext cx="10514880" cy="435060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ptos"/>
              </a:rPr>
              <a:t>Clique para editar os estilos de texto Mestres</a:t>
            </a:r>
            <a:endParaRPr lang="en-US"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ptos"/>
              </a:rPr>
              <a:t>Segundo nível</a:t>
            </a:r>
            <a:endParaRPr lang="en-US"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pt-BR" sz="2000" b="0" u="none" strike="noStrike">
                <a:solidFill>
                  <a:schemeClr val="dk1"/>
                </a:solidFill>
                <a:effectLst/>
                <a:uFillTx/>
                <a:latin typeface="Aptos"/>
              </a:rPr>
              <a:t>Terceiro nível</a:t>
            </a:r>
            <a:endParaRPr lang="en-US"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ptos"/>
              </a:rPr>
              <a:t>Quarto nível</a:t>
            </a:r>
            <a:endParaRPr lang="en-US"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ptos"/>
              </a:rPr>
              <a:t>Quinto nível</a:t>
            </a:r>
            <a:endParaRPr lang="en-US" sz="1800" b="0" u="none" strike="noStrike">
              <a:solidFill>
                <a:srgbClr val="000000"/>
              </a:solidFill>
              <a:effectLst/>
              <a:uFillTx/>
              <a:latin typeface="Arial"/>
            </a:endParaRPr>
          </a:p>
        </p:txBody>
      </p:sp>
      <p:sp>
        <p:nvSpPr>
          <p:cNvPr id="24" name="PlaceHolder 3"/>
          <p:cNvSpPr>
            <a:spLocks noGrp="1"/>
          </p:cNvSpPr>
          <p:nvPr>
            <p:ph type="dt" idx="13"/>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pt-B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AB47C473-320B-4DF9-A12D-A710A494FF60}" type="slidenum">
              <a:rPr lang="pt-B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exto e Título Vertical">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724960" y="365040"/>
            <a:ext cx="2628360" cy="5811120"/>
          </a:xfrm>
          <a:prstGeom prst="rect">
            <a:avLst/>
          </a:prstGeom>
          <a:noFill/>
          <a:ln w="0">
            <a:noFill/>
          </a:ln>
        </p:spPr>
        <p:txBody>
          <a:bodyPr lIns="91440" rIns="91440" tIns="45720" bIns="45720" anchor="ctr" vert="eaVert">
            <a:noAutofit/>
          </a:bodyPr>
          <a:p>
            <a:pPr indent="0" defTabSz="914400">
              <a:lnSpc>
                <a:spcPct val="90000"/>
              </a:lnSpc>
              <a:buNone/>
              <a:tabLst>
                <a:tab algn="l" pos="0"/>
              </a:tabLst>
            </a:pPr>
            <a:r>
              <a:rPr lang="pt-BR" sz="4400" b="0" u="none" strike="noStrike">
                <a:solidFill>
                  <a:schemeClr val="dk1"/>
                </a:solidFill>
                <a:effectLst/>
                <a:uFillTx/>
                <a:latin typeface="Aptos Display"/>
              </a:rPr>
              <a:t>Clique para editar o título Mestre</a:t>
            </a:r>
            <a:endParaRPr lang="en-US" sz="4400" b="0" u="none" strike="noStrike">
              <a:solidFill>
                <a:srgbClr val="000000"/>
              </a:solidFill>
              <a:effectLst/>
              <a:uFillTx/>
              <a:latin typeface="Arial"/>
            </a:endParaRPr>
          </a:p>
        </p:txBody>
      </p:sp>
      <p:sp>
        <p:nvSpPr>
          <p:cNvPr id="28" name="PlaceHolder 2"/>
          <p:cNvSpPr>
            <a:spLocks noGrp="1"/>
          </p:cNvSpPr>
          <p:nvPr>
            <p:ph type="body"/>
          </p:nvPr>
        </p:nvSpPr>
        <p:spPr>
          <a:xfrm>
            <a:off x="838080" y="365040"/>
            <a:ext cx="7733520" cy="581112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ptos"/>
              </a:rPr>
              <a:t>Clique para editar os estilos de texto Mestres</a:t>
            </a:r>
            <a:endParaRPr lang="en-US"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ptos"/>
              </a:rPr>
              <a:t>Segundo nível</a:t>
            </a:r>
            <a:endParaRPr lang="en-US"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pt-BR" sz="2000" b="0" u="none" strike="noStrike">
                <a:solidFill>
                  <a:schemeClr val="dk1"/>
                </a:solidFill>
                <a:effectLst/>
                <a:uFillTx/>
                <a:latin typeface="Aptos"/>
              </a:rPr>
              <a:t>Terceiro nível</a:t>
            </a:r>
            <a:endParaRPr lang="en-US"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ptos"/>
              </a:rPr>
              <a:t>Quarto nível</a:t>
            </a:r>
            <a:endParaRPr lang="en-US"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ptos"/>
              </a:rPr>
              <a:t>Quinto nível</a:t>
            </a:r>
            <a:endParaRPr lang="en-US" sz="1800" b="0" u="none" strike="noStrike">
              <a:solidFill>
                <a:srgbClr val="000000"/>
              </a:solidFill>
              <a:effectLst/>
              <a:uFillTx/>
              <a:latin typeface="Arial"/>
            </a:endParaRPr>
          </a:p>
        </p:txBody>
      </p:sp>
      <p:sp>
        <p:nvSpPr>
          <p:cNvPr id="29" name="PlaceHolder 3"/>
          <p:cNvSpPr>
            <a:spLocks noGrp="1"/>
          </p:cNvSpPr>
          <p:nvPr>
            <p:ph type="dt" idx="16"/>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pt-B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30" name="PlaceHolder 4"/>
          <p:cNvSpPr>
            <a:spLocks noGrp="1"/>
          </p:cNvSpPr>
          <p:nvPr>
            <p:ph type="ftr" idx="17"/>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1" name="PlaceHolder 5"/>
          <p:cNvSpPr>
            <a:spLocks noGrp="1"/>
          </p:cNvSpPr>
          <p:nvPr>
            <p:ph type="sldNum" idx="18"/>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E30A26FD-7DBC-4DCF-9788-0DD15E22CBD2}" type="slidenum">
              <a:rPr lang="pt-B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ítulo e Conteúdo">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pt-BR" sz="4400" b="0" u="none" strike="noStrike">
                <a:solidFill>
                  <a:schemeClr val="dk1"/>
                </a:solidFill>
                <a:effectLst/>
                <a:uFillTx/>
                <a:latin typeface="Aptos Display"/>
              </a:rPr>
              <a:t>Clique para editar o título Mestre</a:t>
            </a:r>
            <a:endParaRPr lang="en-US" sz="4400" b="0" u="none" strike="noStrike">
              <a:solidFill>
                <a:srgbClr val="000000"/>
              </a:solidFill>
              <a:effectLst/>
              <a:uFillTx/>
              <a:latin typeface="Arial"/>
            </a:endParaRPr>
          </a:p>
        </p:txBody>
      </p:sp>
      <p:sp>
        <p:nvSpPr>
          <p:cNvPr id="33" name="PlaceHolder 2"/>
          <p:cNvSpPr>
            <a:spLocks noGrp="1"/>
          </p:cNvSpPr>
          <p:nvPr>
            <p:ph type="body"/>
          </p:nvPr>
        </p:nvSpPr>
        <p:spPr>
          <a:xfrm>
            <a:off x="838080" y="1825560"/>
            <a:ext cx="1051488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ptos"/>
              </a:rPr>
              <a:t>Clique para editar os estilos de texto Mestres</a:t>
            </a:r>
            <a:endParaRPr lang="en-US"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ptos"/>
              </a:rPr>
              <a:t>Segundo nível</a:t>
            </a:r>
            <a:endParaRPr lang="en-US"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pt-BR" sz="2000" b="0" u="none" strike="noStrike">
                <a:solidFill>
                  <a:schemeClr val="dk1"/>
                </a:solidFill>
                <a:effectLst/>
                <a:uFillTx/>
                <a:latin typeface="Aptos"/>
              </a:rPr>
              <a:t>Terceiro nível</a:t>
            </a:r>
            <a:endParaRPr lang="en-US"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ptos"/>
              </a:rPr>
              <a:t>Quarto nível</a:t>
            </a:r>
            <a:endParaRPr lang="en-US"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ptos"/>
              </a:rPr>
              <a:t>Quinto nível</a:t>
            </a:r>
            <a:endParaRPr lang="en-US" sz="1800" b="0" u="none" strike="noStrike">
              <a:solidFill>
                <a:srgbClr val="000000"/>
              </a:solidFill>
              <a:effectLst/>
              <a:uFillTx/>
              <a:latin typeface="Arial"/>
            </a:endParaRPr>
          </a:p>
        </p:txBody>
      </p:sp>
      <p:sp>
        <p:nvSpPr>
          <p:cNvPr id="34" name="PlaceHolder 3"/>
          <p:cNvSpPr>
            <a:spLocks noGrp="1"/>
          </p:cNvSpPr>
          <p:nvPr>
            <p:ph type="dt" idx="19"/>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pt-B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35" name="PlaceHolder 4"/>
          <p:cNvSpPr>
            <a:spLocks noGrp="1"/>
          </p:cNvSpPr>
          <p:nvPr>
            <p:ph type="ftr" idx="20"/>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6" name="PlaceHolder 5"/>
          <p:cNvSpPr>
            <a:spLocks noGrp="1"/>
          </p:cNvSpPr>
          <p:nvPr>
            <p:ph type="sldNum" idx="21"/>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A6D9BFDF-79FA-4936-B2D0-773E14651A58}" type="slidenum">
              <a:rPr lang="pt-B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beçalho da Seção">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831960" y="1709640"/>
            <a:ext cx="10514880" cy="2851920"/>
          </a:xfrm>
          <a:prstGeom prst="rect">
            <a:avLst/>
          </a:prstGeom>
          <a:noFill/>
          <a:ln w="0">
            <a:noFill/>
          </a:ln>
        </p:spPr>
        <p:txBody>
          <a:bodyPr lIns="91440" rIns="91440" tIns="45720" bIns="45720" anchor="b">
            <a:noAutofit/>
          </a:bodyPr>
          <a:p>
            <a:pPr indent="0" defTabSz="914400">
              <a:lnSpc>
                <a:spcPct val="90000"/>
              </a:lnSpc>
              <a:buNone/>
              <a:tabLst>
                <a:tab algn="l" pos="0"/>
              </a:tabLst>
            </a:pPr>
            <a:r>
              <a:rPr lang="pt-BR" sz="6000" b="0" u="none" strike="noStrike">
                <a:solidFill>
                  <a:schemeClr val="dk1"/>
                </a:solidFill>
                <a:effectLst/>
                <a:uFillTx/>
                <a:latin typeface="Aptos Display"/>
              </a:rPr>
              <a:t>Clique para editar o título Mestre</a:t>
            </a:r>
            <a:endParaRPr lang="en-US" sz="6000" b="0" u="none" strike="noStrike">
              <a:solidFill>
                <a:srgbClr val="000000"/>
              </a:solidFill>
              <a:effectLst/>
              <a:uFillTx/>
              <a:latin typeface="Arial"/>
            </a:endParaRPr>
          </a:p>
        </p:txBody>
      </p:sp>
      <p:sp>
        <p:nvSpPr>
          <p:cNvPr id="38" name="PlaceHolder 2"/>
          <p:cNvSpPr>
            <a:spLocks noGrp="1"/>
          </p:cNvSpPr>
          <p:nvPr>
            <p:ph type="body"/>
          </p:nvPr>
        </p:nvSpPr>
        <p:spPr>
          <a:xfrm>
            <a:off x="831960" y="4589640"/>
            <a:ext cx="10514880" cy="149940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pt-BR" sz="2400" b="0" u="none" strike="noStrike">
                <a:solidFill>
                  <a:schemeClr val="dk1">
                    <a:tint val="82000"/>
                  </a:schemeClr>
                </a:solidFill>
                <a:effectLst/>
                <a:uFillTx/>
                <a:latin typeface="Aptos"/>
              </a:rPr>
              <a:t>Clique para editar os estilos de texto Mestres</a:t>
            </a:r>
            <a:endParaRPr lang="en-US" sz="2400" b="0" u="none" strike="noStrike">
              <a:solidFill>
                <a:srgbClr val="000000"/>
              </a:solidFill>
              <a:effectLst/>
              <a:uFillTx/>
              <a:latin typeface="Arial"/>
            </a:endParaRPr>
          </a:p>
        </p:txBody>
      </p:sp>
      <p:sp>
        <p:nvSpPr>
          <p:cNvPr id="39" name="PlaceHolder 3"/>
          <p:cNvSpPr>
            <a:spLocks noGrp="1"/>
          </p:cNvSpPr>
          <p:nvPr>
            <p:ph type="dt" idx="22"/>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pt-B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40" name="PlaceHolder 4"/>
          <p:cNvSpPr>
            <a:spLocks noGrp="1"/>
          </p:cNvSpPr>
          <p:nvPr>
            <p:ph type="ftr" idx="23"/>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1" name="PlaceHolder 5"/>
          <p:cNvSpPr>
            <a:spLocks noGrp="1"/>
          </p:cNvSpPr>
          <p:nvPr>
            <p:ph type="sldNum" idx="24"/>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3CC614DC-CE9F-411C-8378-0E254E019671}" type="slidenum">
              <a:rPr lang="pt-B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uas Partes de Conteúdo">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pt-BR" sz="4400" b="0" u="none" strike="noStrike">
                <a:solidFill>
                  <a:schemeClr val="dk1"/>
                </a:solidFill>
                <a:effectLst/>
                <a:uFillTx/>
                <a:latin typeface="Aptos Display"/>
              </a:rPr>
              <a:t>Clique para editar o título Mestre</a:t>
            </a:r>
            <a:endParaRPr lang="en-US" sz="4400" b="0" u="none" strike="noStrike">
              <a:solidFill>
                <a:srgbClr val="000000"/>
              </a:solidFill>
              <a:effectLst/>
              <a:uFillTx/>
              <a:latin typeface="Arial"/>
            </a:endParaRPr>
          </a:p>
        </p:txBody>
      </p:sp>
      <p:sp>
        <p:nvSpPr>
          <p:cNvPr id="43" name="PlaceHolder 2"/>
          <p:cNvSpPr>
            <a:spLocks noGrp="1"/>
          </p:cNvSpPr>
          <p:nvPr>
            <p:ph type="body"/>
          </p:nvPr>
        </p:nvSpPr>
        <p:spPr>
          <a:xfrm>
            <a:off x="838080" y="1825560"/>
            <a:ext cx="518076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ptos"/>
              </a:rPr>
              <a:t>Clique para editar os estilos de texto Mestres</a:t>
            </a:r>
            <a:endParaRPr lang="en-US"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ptos"/>
              </a:rPr>
              <a:t>Segundo nível</a:t>
            </a:r>
            <a:endParaRPr lang="en-US"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pt-BR" sz="2000" b="0" u="none" strike="noStrike">
                <a:solidFill>
                  <a:schemeClr val="dk1"/>
                </a:solidFill>
                <a:effectLst/>
                <a:uFillTx/>
                <a:latin typeface="Aptos"/>
              </a:rPr>
              <a:t>Terceiro nível</a:t>
            </a:r>
            <a:endParaRPr lang="en-US"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ptos"/>
              </a:rPr>
              <a:t>Quarto nível</a:t>
            </a:r>
            <a:endParaRPr lang="en-US"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ptos"/>
              </a:rPr>
              <a:t>Quinto nível</a:t>
            </a:r>
            <a:endParaRPr lang="en-US" sz="1800" b="0" u="none" strike="noStrike">
              <a:solidFill>
                <a:srgbClr val="000000"/>
              </a:solidFill>
              <a:effectLst/>
              <a:uFillTx/>
              <a:latin typeface="Arial"/>
            </a:endParaRPr>
          </a:p>
        </p:txBody>
      </p:sp>
      <p:sp>
        <p:nvSpPr>
          <p:cNvPr id="44" name="PlaceHolder 3"/>
          <p:cNvSpPr>
            <a:spLocks noGrp="1"/>
          </p:cNvSpPr>
          <p:nvPr>
            <p:ph type="body"/>
          </p:nvPr>
        </p:nvSpPr>
        <p:spPr>
          <a:xfrm>
            <a:off x="6172200" y="1825560"/>
            <a:ext cx="5180760" cy="4350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ptos"/>
              </a:rPr>
              <a:t>Clique para editar os estilos de texto Mestres</a:t>
            </a:r>
            <a:endParaRPr lang="en-US"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ptos"/>
              </a:rPr>
              <a:t>Segundo nível</a:t>
            </a:r>
            <a:endParaRPr lang="en-US"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pt-BR" sz="2000" b="0" u="none" strike="noStrike">
                <a:solidFill>
                  <a:schemeClr val="dk1"/>
                </a:solidFill>
                <a:effectLst/>
                <a:uFillTx/>
                <a:latin typeface="Aptos"/>
              </a:rPr>
              <a:t>Terceiro nível</a:t>
            </a:r>
            <a:endParaRPr lang="en-US"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ptos"/>
              </a:rPr>
              <a:t>Quarto nível</a:t>
            </a:r>
            <a:endParaRPr lang="en-US"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ptos"/>
              </a:rPr>
              <a:t>Quinto nível</a:t>
            </a:r>
            <a:endParaRPr lang="en-US" sz="1800" b="0" u="none" strike="noStrike">
              <a:solidFill>
                <a:srgbClr val="000000"/>
              </a:solidFill>
              <a:effectLst/>
              <a:uFillTx/>
              <a:latin typeface="Arial"/>
            </a:endParaRPr>
          </a:p>
        </p:txBody>
      </p:sp>
      <p:sp>
        <p:nvSpPr>
          <p:cNvPr id="45" name="PlaceHolder 4"/>
          <p:cNvSpPr>
            <a:spLocks noGrp="1"/>
          </p:cNvSpPr>
          <p:nvPr>
            <p:ph type="dt" idx="25"/>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pt-B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46" name="PlaceHolder 5"/>
          <p:cNvSpPr>
            <a:spLocks noGrp="1"/>
          </p:cNvSpPr>
          <p:nvPr>
            <p:ph type="ftr" idx="26"/>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7" name="PlaceHolder 6"/>
          <p:cNvSpPr>
            <a:spLocks noGrp="1"/>
          </p:cNvSpPr>
          <p:nvPr>
            <p:ph type="sldNum" idx="27"/>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5A523C6C-EB23-4FB4-A09D-708160E5047D}" type="slidenum">
              <a:rPr lang="pt-B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ção">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pt-BR" sz="4400" b="0" u="none" strike="noStrike">
                <a:solidFill>
                  <a:schemeClr val="dk1"/>
                </a:solidFill>
                <a:effectLst/>
                <a:uFillTx/>
                <a:latin typeface="Aptos Display"/>
              </a:rPr>
              <a:t>Clique para editar o título Mestre</a:t>
            </a:r>
            <a:endParaRPr lang="en-US" sz="4400" b="0" u="none" strike="noStrike">
              <a:solidFill>
                <a:srgbClr val="000000"/>
              </a:solidFill>
              <a:effectLst/>
              <a:uFillTx/>
              <a:latin typeface="Arial"/>
            </a:endParaRPr>
          </a:p>
        </p:txBody>
      </p:sp>
      <p:sp>
        <p:nvSpPr>
          <p:cNvPr id="49" name="PlaceHolder 2"/>
          <p:cNvSpPr>
            <a:spLocks noGrp="1"/>
          </p:cNvSpPr>
          <p:nvPr>
            <p:ph type="body"/>
          </p:nvPr>
        </p:nvSpPr>
        <p:spPr>
          <a:xfrm>
            <a:off x="839880" y="1681200"/>
            <a:ext cx="5157000" cy="82332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pt-BR" sz="2400" b="1" u="none" strike="noStrike">
                <a:solidFill>
                  <a:schemeClr val="dk1"/>
                </a:solidFill>
                <a:effectLst/>
                <a:uFillTx/>
                <a:latin typeface="Aptos"/>
              </a:rPr>
              <a:t>Clique para editar os estilos de texto Mestres</a:t>
            </a:r>
            <a:endParaRPr lang="en-US" sz="2400" b="0" u="none" strike="noStrike">
              <a:solidFill>
                <a:srgbClr val="000000"/>
              </a:solidFill>
              <a:effectLst/>
              <a:uFillTx/>
              <a:latin typeface="Arial"/>
            </a:endParaRPr>
          </a:p>
        </p:txBody>
      </p:sp>
      <p:sp>
        <p:nvSpPr>
          <p:cNvPr id="50" name="PlaceHolder 3"/>
          <p:cNvSpPr>
            <a:spLocks noGrp="1"/>
          </p:cNvSpPr>
          <p:nvPr>
            <p:ph type="body"/>
          </p:nvPr>
        </p:nvSpPr>
        <p:spPr>
          <a:xfrm>
            <a:off x="839880" y="2505240"/>
            <a:ext cx="5157000" cy="36838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ptos"/>
              </a:rPr>
              <a:t>Clique para editar os estilos de texto Mestres</a:t>
            </a:r>
            <a:endParaRPr lang="en-US"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ptos"/>
              </a:rPr>
              <a:t>Segundo nível</a:t>
            </a:r>
            <a:endParaRPr lang="en-US"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pt-BR" sz="2000" b="0" u="none" strike="noStrike">
                <a:solidFill>
                  <a:schemeClr val="dk1"/>
                </a:solidFill>
                <a:effectLst/>
                <a:uFillTx/>
                <a:latin typeface="Aptos"/>
              </a:rPr>
              <a:t>Terceiro nível</a:t>
            </a:r>
            <a:endParaRPr lang="en-US"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ptos"/>
              </a:rPr>
              <a:t>Quarto nível</a:t>
            </a:r>
            <a:endParaRPr lang="en-US"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ptos"/>
              </a:rPr>
              <a:t>Quinto nível</a:t>
            </a:r>
            <a:endParaRPr lang="en-US" sz="1800" b="0" u="none" strike="noStrike">
              <a:solidFill>
                <a:srgbClr val="000000"/>
              </a:solidFill>
              <a:effectLst/>
              <a:uFillTx/>
              <a:latin typeface="Arial"/>
            </a:endParaRPr>
          </a:p>
        </p:txBody>
      </p:sp>
      <p:sp>
        <p:nvSpPr>
          <p:cNvPr id="51" name="PlaceHolder 4"/>
          <p:cNvSpPr>
            <a:spLocks noGrp="1"/>
          </p:cNvSpPr>
          <p:nvPr>
            <p:ph type="body"/>
          </p:nvPr>
        </p:nvSpPr>
        <p:spPr>
          <a:xfrm>
            <a:off x="6172200" y="1681200"/>
            <a:ext cx="5182560" cy="82332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pt-BR" sz="2400" b="1" u="none" strike="noStrike">
                <a:solidFill>
                  <a:schemeClr val="dk1"/>
                </a:solidFill>
                <a:effectLst/>
                <a:uFillTx/>
                <a:latin typeface="Aptos"/>
              </a:rPr>
              <a:t>Clique para editar os estilos de texto Mestres</a:t>
            </a:r>
            <a:endParaRPr lang="en-US" sz="2400" b="0" u="none" strike="noStrike">
              <a:solidFill>
                <a:srgbClr val="000000"/>
              </a:solidFill>
              <a:effectLst/>
              <a:uFillTx/>
              <a:latin typeface="Arial"/>
            </a:endParaRPr>
          </a:p>
        </p:txBody>
      </p:sp>
      <p:sp>
        <p:nvSpPr>
          <p:cNvPr id="52" name="PlaceHolder 5"/>
          <p:cNvSpPr>
            <a:spLocks noGrp="1"/>
          </p:cNvSpPr>
          <p:nvPr>
            <p:ph type="body"/>
          </p:nvPr>
        </p:nvSpPr>
        <p:spPr>
          <a:xfrm>
            <a:off x="6172200" y="2505240"/>
            <a:ext cx="5182560" cy="36838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pt-BR" sz="2800" b="0" u="none" strike="noStrike">
                <a:solidFill>
                  <a:schemeClr val="dk1"/>
                </a:solidFill>
                <a:effectLst/>
                <a:uFillTx/>
                <a:latin typeface="Aptos"/>
              </a:rPr>
              <a:t>Clique para editar os estilos de texto Mestres</a:t>
            </a:r>
            <a:endParaRPr lang="en-US"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pt-BR" sz="2400" b="0" u="none" strike="noStrike">
                <a:solidFill>
                  <a:schemeClr val="dk1"/>
                </a:solidFill>
                <a:effectLst/>
                <a:uFillTx/>
                <a:latin typeface="Aptos"/>
              </a:rPr>
              <a:t>Segundo nível</a:t>
            </a:r>
            <a:endParaRPr lang="en-US"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pt-BR" sz="2000" b="0" u="none" strike="noStrike">
                <a:solidFill>
                  <a:schemeClr val="dk1"/>
                </a:solidFill>
                <a:effectLst/>
                <a:uFillTx/>
                <a:latin typeface="Aptos"/>
              </a:rPr>
              <a:t>Terceiro nível</a:t>
            </a:r>
            <a:endParaRPr lang="en-US"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ptos"/>
              </a:rPr>
              <a:t>Quarto nível</a:t>
            </a:r>
            <a:endParaRPr lang="en-US"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pt-BR" sz="1800" b="0" u="none" strike="noStrike">
                <a:solidFill>
                  <a:schemeClr val="dk1"/>
                </a:solidFill>
                <a:effectLst/>
                <a:uFillTx/>
                <a:latin typeface="Aptos"/>
              </a:rPr>
              <a:t>Quinto nível</a:t>
            </a:r>
            <a:endParaRPr lang="en-US" sz="1800" b="0" u="none" strike="noStrike">
              <a:solidFill>
                <a:srgbClr val="000000"/>
              </a:solidFill>
              <a:effectLst/>
              <a:uFillTx/>
              <a:latin typeface="Arial"/>
            </a:endParaRPr>
          </a:p>
        </p:txBody>
      </p:sp>
      <p:sp>
        <p:nvSpPr>
          <p:cNvPr id="53" name="PlaceHolder 6"/>
          <p:cNvSpPr>
            <a:spLocks noGrp="1"/>
          </p:cNvSpPr>
          <p:nvPr>
            <p:ph type="dt" idx="28"/>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pt-B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54" name="PlaceHolder 7"/>
          <p:cNvSpPr>
            <a:spLocks noGrp="1"/>
          </p:cNvSpPr>
          <p:nvPr>
            <p:ph type="ftr" idx="29"/>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5" name="PlaceHolder 8"/>
          <p:cNvSpPr>
            <a:spLocks noGrp="1"/>
          </p:cNvSpPr>
          <p:nvPr>
            <p:ph type="sldNum" idx="30"/>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E7DF6237-D31C-43BB-899A-B61A7500C755}" type="slidenum">
              <a:rPr lang="pt-B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omente Título">
    <p:bg>
      <p:bgPr>
        <a:solidFill>
          <a:srgbClr val="ffffff"/>
        </a:solidFill>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pt-BR" sz="4400" b="0" u="none" strike="noStrike">
                <a:solidFill>
                  <a:schemeClr val="dk1"/>
                </a:solidFill>
                <a:effectLst/>
                <a:uFillTx/>
                <a:latin typeface="Aptos Display"/>
              </a:rPr>
              <a:t>Clique para editar o título Mestre</a:t>
            </a:r>
            <a:endParaRPr lang="en-US" sz="4400" b="0" u="none" strike="noStrike">
              <a:solidFill>
                <a:srgbClr val="000000"/>
              </a:solidFill>
              <a:effectLst/>
              <a:uFillTx/>
              <a:latin typeface="Arial"/>
            </a:endParaRPr>
          </a:p>
        </p:txBody>
      </p:sp>
      <p:sp>
        <p:nvSpPr>
          <p:cNvPr id="57" name="PlaceHolder 2"/>
          <p:cNvSpPr>
            <a:spLocks noGrp="1"/>
          </p:cNvSpPr>
          <p:nvPr>
            <p:ph type="dt" idx="31"/>
          </p:nvPr>
        </p:nvSpPr>
        <p:spPr>
          <a:xfrm>
            <a:off x="838080" y="6356520"/>
            <a:ext cx="2742480" cy="36432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pt-BR"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58" name="PlaceHolder 3"/>
          <p:cNvSpPr>
            <a:spLocks noGrp="1"/>
          </p:cNvSpPr>
          <p:nvPr>
            <p:ph type="ftr" idx="32"/>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9" name="PlaceHolder 4"/>
          <p:cNvSpPr>
            <a:spLocks noGrp="1"/>
          </p:cNvSpPr>
          <p:nvPr>
            <p:ph type="sldNum" idx="33"/>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pt-BR"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E6F69C4B-EE48-48D3-ADFD-F52C7310649E}" type="slidenum">
              <a:rPr lang="pt-BR"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7.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7.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7.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66" name="Rectangle 7">
            <a:extLst>
              <a:ext uri="{C183D7F6-B498-43B3-948B-1728B52AA6E4}">
                <adec:decorative xmlns:adec="http://schemas.microsoft.com/office/drawing/2017/decorative" val="1"/>
              </a:ext>
            </a:extLst>
          </p:cNvPr>
          <p:cNvSpPr/>
          <p:nvPr/>
        </p:nvSpPr>
        <p:spPr>
          <a:xfrm>
            <a:off x="0" y="0"/>
            <a:ext cx="12191040" cy="68572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sp>
        <p:nvSpPr>
          <p:cNvPr id="67" name="Rectangle 9">
            <a:extLst>
              <a:ext uri="{C183D7F6-B498-43B3-948B-1728B52AA6E4}">
                <adec:decorative xmlns:adec="http://schemas.microsoft.com/office/drawing/2017/decorative" val="1"/>
              </a:ext>
            </a:extLst>
          </p:cNvPr>
          <p:cNvSpPr/>
          <p:nvPr/>
        </p:nvSpPr>
        <p:spPr>
          <a:xfrm>
            <a:off x="360" y="0"/>
            <a:ext cx="12191040" cy="685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800" b="0" u="none" strike="noStrike">
              <a:solidFill>
                <a:schemeClr val="lt1"/>
              </a:solidFill>
              <a:effectLst/>
              <a:uFillTx/>
              <a:latin typeface="Aptos"/>
            </a:endParaRPr>
          </a:p>
        </p:txBody>
      </p:sp>
      <p:grpSp>
        <p:nvGrpSpPr>
          <p:cNvPr id="68" name="Group 11">
            <a:extLst>
              <a:ext uri="{C183D7F6-B498-43B3-948B-1728B52AA6E4}">
                <adec:decorative xmlns:adec="http://schemas.microsoft.com/office/drawing/2017/decorative" val="1"/>
              </a:ext>
            </a:extLst>
          </p:cNvPr>
          <p:cNvGrpSpPr/>
          <p:nvPr/>
        </p:nvGrpSpPr>
        <p:grpSpPr>
          <a:xfrm>
            <a:off x="-21960" y="508680"/>
            <a:ext cx="5217120" cy="6238800"/>
            <a:chOff x="-21960" y="508680"/>
            <a:chExt cx="5217120" cy="6238800"/>
          </a:xfrm>
        </p:grpSpPr>
        <p:sp>
          <p:nvSpPr>
            <p:cNvPr id="69" name="Freeform: Shape 12">
              <a:extLst>
                <a:ext uri="{C183D7F6-B498-43B3-948B-1728B52AA6E4}">
                  <adec:decorative xmlns:adec="http://schemas.microsoft.com/office/drawing/2017/decorative" val="1"/>
                </a:ext>
              </a:extLst>
            </p:cNvPr>
            <p:cNvSpPr/>
            <p:nvPr/>
          </p:nvSpPr>
          <p:spPr>
            <a:xfrm>
              <a:off x="-21960" y="508680"/>
              <a:ext cx="5186520" cy="6238800"/>
            </a:xfrm>
            <a:custGeom>
              <a:avLst/>
              <a:gdLst>
                <a:gd name="textAreaLeft" fmla="*/ 0 w 5186520"/>
                <a:gd name="textAreaRight" fmla="*/ 5187240 w 5186520"/>
                <a:gd name="textAreaTop" fmla="*/ 0 h 6238800"/>
                <a:gd name="textAreaBottom" fmla="*/ 6239520 h 6238800"/>
                <a:gd name="GluePoint1X" fmla="*/ 2011811 w 5187198"/>
                <a:gd name="GluePoint1Y" fmla="*/ 4 h 6239661"/>
                <a:gd name="GluePoint2X" fmla="*/ 2617011 w 5187198"/>
                <a:gd name="GluePoint2Y" fmla="*/ 70590 h 6239661"/>
                <a:gd name="GluePoint3X" fmla="*/ 2690321 w 5187198"/>
                <a:gd name="GluePoint3Y" fmla="*/ 88146 h 6239661"/>
                <a:gd name="GluePoint4X" fmla="*/ 2726863 w 5187198"/>
                <a:gd name="GluePoint4Y" fmla="*/ 97127 h 6239661"/>
                <a:gd name="GluePoint5X" fmla="*/ 2762951 w 5187198"/>
                <a:gd name="GluePoint5Y" fmla="*/ 107375 h 6239661"/>
                <a:gd name="GluePoint6X" fmla="*/ 2834843 w 5187198"/>
                <a:gd name="GluePoint6Y" fmla="*/ 128493 h 6239661"/>
                <a:gd name="GluePoint7X" fmla="*/ 2906574 w 5187198"/>
                <a:gd name="GluePoint7Y" fmla="*/ 151076 h 6239661"/>
                <a:gd name="GluePoint8X" fmla="*/ 3049504 w 5187198"/>
                <a:gd name="GluePoint8Y" fmla="*/ 202124 h 6239661"/>
                <a:gd name="GluePoint9X" fmla="*/ 3189518 w 5187198"/>
                <a:gd name="GluePoint9Y" fmla="*/ 260159 h 6239661"/>
                <a:gd name="GluePoint10X" fmla="*/ 3326048 w 5187198"/>
                <a:gd name="GluePoint10Y" fmla="*/ 325143 h 6239661"/>
                <a:gd name="GluePoint11X" fmla="*/ 3459166 w 5187198"/>
                <a:gd name="GluePoint11Y" fmla="*/ 395936 h 6239661"/>
                <a:gd name="GluePoint12X" fmla="*/ 3588578 w 5187198"/>
                <a:gd name="GluePoint12Y" fmla="*/ 472343 h 6239661"/>
                <a:gd name="GluePoint13X" fmla="*/ 3651864 w 5187198"/>
                <a:gd name="GluePoint13Y" fmla="*/ 512600 h 6239661"/>
                <a:gd name="GluePoint14X" fmla="*/ 3714514 w 5187198"/>
                <a:gd name="GluePoint14Y" fmla="*/ 553499 h 6239661"/>
                <a:gd name="GluePoint15X" fmla="*/ 4181221 w 5187198"/>
                <a:gd name="GluePoint15Y" fmla="*/ 922912 h 6239661"/>
                <a:gd name="GluePoint16X" fmla="*/ 4582963 w 5187198"/>
                <a:gd name="GluePoint16Y" fmla="*/ 1358264 h 6239661"/>
                <a:gd name="GluePoint17X" fmla="*/ 4670721 w 5187198"/>
                <a:gd name="GluePoint17Y" fmla="*/ 1477644 h 6239661"/>
                <a:gd name="GluePoint18X" fmla="*/ 4752378 w 5187198"/>
                <a:gd name="GluePoint18Y" fmla="*/ 1601187 h 6239661"/>
                <a:gd name="GluePoint19X" fmla="*/ 4772168 w 5187198"/>
                <a:gd name="GluePoint19Y" fmla="*/ 1632456 h 6239661"/>
                <a:gd name="GluePoint20X" fmla="*/ 4782117 w 5187198"/>
                <a:gd name="GluePoint20Y" fmla="*/ 1648104 h 6239661"/>
                <a:gd name="GluePoint21X" fmla="*/ 4791381 w 5187198"/>
                <a:gd name="GluePoint21Y" fmla="*/ 1664150 h 6239661"/>
                <a:gd name="GluePoint22X" fmla="*/ 4828190 w 5187198"/>
                <a:gd name="GluePoint22Y" fmla="*/ 1728379 h 6239661"/>
                <a:gd name="GluePoint23X" fmla="*/ 4864832 w 5187198"/>
                <a:gd name="GluePoint23Y" fmla="*/ 1792796 h 6239661"/>
                <a:gd name="GluePoint24X" fmla="*/ 4899201 w 5187198"/>
                <a:gd name="GluePoint24Y" fmla="*/ 1858342 h 6239661"/>
                <a:gd name="GluePoint25X" fmla="*/ 4933266 w 5187198"/>
                <a:gd name="GluePoint25Y" fmla="*/ 1924155 h 6239661"/>
                <a:gd name="GluePoint26X" fmla="*/ 4964403 w 5187198"/>
                <a:gd name="GluePoint26Y" fmla="*/ 1991384 h 6239661"/>
                <a:gd name="GluePoint27X" fmla="*/ 4995019 w 5187198"/>
                <a:gd name="GluePoint27Y" fmla="*/ 2058823 h 6239661"/>
                <a:gd name="GluePoint28X" fmla="*/ 5021999 w 5187198"/>
                <a:gd name="GluePoint28Y" fmla="*/ 2127723 h 6239661"/>
                <a:gd name="GluePoint29X" fmla="*/ 5048321 w 5187198"/>
                <a:gd name="GluePoint29Y" fmla="*/ 2196908 h 6239661"/>
                <a:gd name="GluePoint30X" fmla="*/ 5070546 w 5187198"/>
                <a:gd name="GluePoint30Y" fmla="*/ 2267547 h 6239661"/>
                <a:gd name="GluePoint31X" fmla="*/ 5092171 w 5187198"/>
                <a:gd name="GluePoint31Y" fmla="*/ 2338256 h 6239661"/>
                <a:gd name="GluePoint32X" fmla="*/ 5110305 w 5187198"/>
                <a:gd name="GluePoint32Y" fmla="*/ 2409886 h 6239661"/>
                <a:gd name="GluePoint33X" fmla="*/ 5186393 w 5187198"/>
                <a:gd name="GluePoint33Y" fmla="*/ 2992022 h 6239661"/>
                <a:gd name="GluePoint34X" fmla="*/ 5149045 w 5187198"/>
                <a:gd name="GluePoint34Y" fmla="*/ 3571816 h 6239661"/>
                <a:gd name="GluePoint35X" fmla="*/ 5126572 w 5187198"/>
                <a:gd name="GluePoint35Y" fmla="*/ 3714520 h 6239661"/>
                <a:gd name="GluePoint36X" fmla="*/ 5099067 w 5187198"/>
                <a:gd name="GluePoint36Y" fmla="*/ 3856108 h 6239661"/>
                <a:gd name="GluePoint37X" fmla="*/ 5095699 w 5187198"/>
                <a:gd name="GluePoint37Y" fmla="*/ 3873868 h 6239661"/>
                <a:gd name="GluePoint38X" fmla="*/ 5091573 w 5187198"/>
                <a:gd name="GluePoint38Y" fmla="*/ 3891426 h 6239661"/>
                <a:gd name="GluePoint39X" fmla="*/ 5083324 w 5187198"/>
                <a:gd name="GluePoint39Y" fmla="*/ 3926541 h 6239661"/>
                <a:gd name="GluePoint40X" fmla="*/ 5067256 w 5187198"/>
                <a:gd name="GluePoint40Y" fmla="*/ 3996889 h 6239661"/>
                <a:gd name="GluePoint41X" fmla="*/ 5059194 w 5187198"/>
                <a:gd name="GluePoint41Y" fmla="*/ 4032171 h 6239661"/>
                <a:gd name="GluePoint42X" fmla="*/ 5049522 w 5187198"/>
                <a:gd name="GluePoint42Y" fmla="*/ 4067833 h 6239661"/>
                <a:gd name="GluePoint43X" fmla="*/ 5040067 w 5187198"/>
                <a:gd name="GluePoint43Y" fmla="*/ 4103553 h 6239661"/>
                <a:gd name="GluePoint44X" fmla="*/ 5028960 w 5187198"/>
                <a:gd name="GluePoint44Y" fmla="*/ 4138946 h 6239661"/>
                <a:gd name="GluePoint45X" fmla="*/ 4917351 w 5187198"/>
                <a:gd name="GluePoint45Y" fmla="*/ 4417041 h 6239661"/>
                <a:gd name="GluePoint46X" fmla="*/ 4756163 w 5187198"/>
                <a:gd name="GluePoint46Y" fmla="*/ 4676402 h 6239661"/>
                <a:gd name="GluePoint47X" fmla="*/ 4322493 w 5187198"/>
                <a:gd name="GluePoint47Y" fmla="*/ 5105604 h 6239661"/>
                <a:gd name="GluePoint48X" fmla="*/ 3840510 w 5187198"/>
                <a:gd name="GluePoint48Y" fmla="*/ 5429590 h 6239661"/>
                <a:gd name="GluePoint49X" fmla="*/ 3606447 w 5187198"/>
                <a:gd name="GluePoint49Y" fmla="*/ 5572862 h 6239661"/>
                <a:gd name="GluePoint50X" fmla="*/ 3488814 w 5187198"/>
                <a:gd name="GluePoint50Y" fmla="*/ 5647178 h 6239661"/>
                <a:gd name="GluePoint51X" fmla="*/ 3365864 w 5187198"/>
                <a:gd name="GluePoint51Y" fmla="*/ 5722735 h 6239661"/>
                <a:gd name="GluePoint52X" fmla="*/ 2839486 w 5187198"/>
                <a:gd name="GluePoint52Y" fmla="*/ 5999120 h 6239661"/>
                <a:gd name="GluePoint53X" fmla="*/ 2242423 w 5187198"/>
                <a:gd name="GluePoint53Y" fmla="*/ 6192346 h 6239661"/>
                <a:gd name="GluePoint54X" fmla="*/ 1589380 w 5187198"/>
                <a:gd name="GluePoint54Y" fmla="*/ 6230657 h 6239661"/>
                <a:gd name="GluePoint55X" fmla="*/ 1548244 w 5187198"/>
                <a:gd name="GluePoint55Y" fmla="*/ 6226706 h 6239661"/>
                <a:gd name="GluePoint56X" fmla="*/ 1507348 w 5187198"/>
                <a:gd name="GluePoint56Y" fmla="*/ 6221428 h 6239661"/>
                <a:gd name="GluePoint57X" fmla="*/ 1466401 w 5187198"/>
                <a:gd name="GluePoint57Y" fmla="*/ 6215904 h 6239661"/>
                <a:gd name="GluePoint58X" fmla="*/ 1425773 w 5187198"/>
                <a:gd name="GluePoint58Y" fmla="*/ 6209191 h 6239661"/>
                <a:gd name="GluePoint59X" fmla="*/ 1344960 w 5187198"/>
                <a:gd name="GluePoint59Y" fmla="*/ 6193681 h 6239661"/>
                <a:gd name="GluePoint60X" fmla="*/ 1265007 w 5187198"/>
                <a:gd name="GluePoint60Y" fmla="*/ 6175388 h 6239661"/>
                <a:gd name="GluePoint61X" fmla="*/ 1225415 w 5187198"/>
                <a:gd name="GluePoint61Y" fmla="*/ 6165243 h 6239661"/>
                <a:gd name="GluePoint62X" fmla="*/ 1186567 w 5187198"/>
                <a:gd name="GluePoint62Y" fmla="*/ 6154486 h 6239661"/>
                <a:gd name="GluePoint63X" fmla="*/ 1111158 w 5187198"/>
                <a:gd name="GluePoint63Y" fmla="*/ 6130918 h 6239661"/>
                <a:gd name="GluePoint64X" fmla="*/ 1035915 w 5187198"/>
                <a:gd name="GluePoint64Y" fmla="*/ 6107163 h 6239661"/>
                <a:gd name="GluePoint65X" fmla="*/ 961579 w 5187198"/>
                <a:gd name="GluePoint65Y" fmla="*/ 6079594 h 6239661"/>
                <a:gd name="GluePoint66X" fmla="*/ 395297 w 5187198"/>
                <a:gd name="GluePoint66Y" fmla="*/ 5792812 h 6239661"/>
                <a:gd name="GluePoint67X" fmla="*/ 265239 w 5187198"/>
                <a:gd name="GluePoint67Y" fmla="*/ 5701511 h 6239661"/>
                <a:gd name="GluePoint68X" fmla="*/ 233756 w 5187198"/>
                <a:gd name="GluePoint68Y" fmla="*/ 5677542 h 6239661"/>
                <a:gd name="GluePoint69X" fmla="*/ 202800 w 5187198"/>
                <a:gd name="GluePoint69Y" fmla="*/ 5652902 h 6239661"/>
                <a:gd name="GluePoint70X" fmla="*/ 140918 w 5187198"/>
                <a:gd name="GluePoint70Y" fmla="*/ 5603515 h 6239661"/>
                <a:gd name="GluePoint71X" fmla="*/ 110625 w 5187198"/>
                <a:gd name="GluePoint71Y" fmla="*/ 5578127 h 6239661"/>
                <a:gd name="GluePoint72X" fmla="*/ 95631 w 5187198"/>
                <a:gd name="GluePoint72Y" fmla="*/ 5565299 h 6239661"/>
                <a:gd name="GluePoint73X" fmla="*/ 81966 w 5187198"/>
                <a:gd name="GluePoint73Y" fmla="*/ 5550973 h 6239661"/>
                <a:gd name="GluePoint74X" fmla="*/ 27991 w 5187198"/>
                <a:gd name="GluePoint74Y" fmla="*/ 5493272 h 6239661"/>
                <a:gd name="GluePoint75X" fmla="*/ 1454 w 5187198"/>
                <a:gd name="GluePoint75Y" fmla="*/ 5464252 h 6239661"/>
                <a:gd name="GluePoint76X" fmla="*/ 0 w 5187198"/>
                <a:gd name="GluePoint76Y" fmla="*/ 5462518 h 6239661"/>
                <a:gd name="GluePoint77X" fmla="*/ 0 w 5187198"/>
                <a:gd name="GluePoint77Y" fmla="*/ 4720187 h 6239661"/>
                <a:gd name="GluePoint78X" fmla="*/ 109684 w 5187198"/>
                <a:gd name="GluePoint78Y" fmla="*/ 4836724 h 6239661"/>
                <a:gd name="GluePoint79X" fmla="*/ 306959 w 5187198"/>
                <a:gd name="GluePoint79Y" fmla="*/ 5007200 h 6239661"/>
                <a:gd name="GluePoint80X" fmla="*/ 358101 w 5187198"/>
                <a:gd name="GluePoint80Y" fmla="*/ 5046057 h 6239661"/>
                <a:gd name="GluePoint81X" fmla="*/ 383328 w 5187198"/>
                <a:gd name="GluePoint81Y" fmla="*/ 5065684 h 6239661"/>
                <a:gd name="GluePoint82X" fmla="*/ 409503 w 5187198"/>
                <a:gd name="GluePoint82Y" fmla="*/ 5083942 h 6239661"/>
                <a:gd name="GluePoint83X" fmla="*/ 461889 w 5187198"/>
                <a:gd name="GluePoint83Y" fmla="*/ 5119888 h 6239661"/>
                <a:gd name="GluePoint84X" fmla="*/ 474883 w 5187198"/>
                <a:gd name="GluePoint84Y" fmla="*/ 5128933 h 6239661"/>
                <a:gd name="GluePoint85X" fmla="*/ 486410 w 5187198"/>
                <a:gd name="GluePoint85Y" fmla="*/ 5139557 h 6239661"/>
                <a:gd name="GluePoint86X" fmla="*/ 510852 w 5187198"/>
                <a:gd name="GluePoint86Y" fmla="*/ 5159089 h 6239661"/>
                <a:gd name="GluePoint87X" fmla="*/ 560653 w 5187198"/>
                <a:gd name="GluePoint87Y" fmla="*/ 5196893 h 6239661"/>
                <a:gd name="GluePoint88X" fmla="*/ 585485 w 5187198"/>
                <a:gd name="GluePoint88Y" fmla="*/ 5215834 h 6239661"/>
                <a:gd name="GluePoint89X" fmla="*/ 610707 w 5187198"/>
                <a:gd name="GluePoint89Y" fmla="*/ 5234185 h 6239661"/>
                <a:gd name="GluePoint90X" fmla="*/ 714768 w 5187198"/>
                <a:gd name="GluePoint90Y" fmla="*/ 5303103 h 6239661"/>
                <a:gd name="GluePoint91X" fmla="*/ 1166634 w 5187198"/>
                <a:gd name="GluePoint91Y" fmla="*/ 5513322 h 6239661"/>
                <a:gd name="GluePoint92X" fmla="*/ 1225991 w 5187198"/>
                <a:gd name="GluePoint92Y" fmla="*/ 5533632 h 6239661"/>
                <a:gd name="GluePoint93X" fmla="*/ 1286680 w 5187198"/>
                <a:gd name="GluePoint93Y" fmla="*/ 5550705 h 6239661"/>
                <a:gd name="GluePoint94X" fmla="*/ 1347310 w 5187198"/>
                <a:gd name="GluePoint94Y" fmla="*/ 5567995 h 6239661"/>
                <a:gd name="GluePoint95X" fmla="*/ 1377002 w 5187198"/>
                <a:gd name="GluePoint95Y" fmla="*/ 5575719 h 6239661"/>
                <a:gd name="GluePoint96X" fmla="*/ 1406328 w 5187198"/>
                <a:gd name="GluePoint96Y" fmla="*/ 5582649 h 6239661"/>
                <a:gd name="GluePoint97X" fmla="*/ 1465060 w 5187198"/>
                <a:gd name="GluePoint97Y" fmla="*/ 5594909 h 6239661"/>
                <a:gd name="GluePoint98X" fmla="*/ 1523881 w 5187198"/>
                <a:gd name="GluePoint98Y" fmla="*/ 5605105 h 6239661"/>
                <a:gd name="GluePoint99X" fmla="*/ 1553325 w 5187198"/>
                <a:gd name="GluePoint99Y" fmla="*/ 5609865 h 6239661"/>
                <a:gd name="GluePoint100X" fmla="*/ 1582813 w 5187198"/>
                <a:gd name="GluePoint100Y" fmla="*/ 5613593 h 6239661"/>
                <a:gd name="GluePoint101X" fmla="*/ 1612301 w 5187198"/>
                <a:gd name="GluePoint101Y" fmla="*/ 5617321 h 6239661"/>
                <a:gd name="GluePoint102X" fmla="*/ 1641863 w 5187198"/>
                <a:gd name="GluePoint102Y" fmla="*/ 5619910 h 6239661"/>
                <a:gd name="GluePoint103X" fmla="*/ 2117508 w 5187198"/>
                <a:gd name="GluePoint103Y" fmla="*/ 5595156 h 6239661"/>
                <a:gd name="GluePoint104X" fmla="*/ 2597368 w 5187198"/>
                <a:gd name="GluePoint104Y" fmla="*/ 5447381 h 6239661"/>
                <a:gd name="GluePoint105X" fmla="*/ 3082968 w 5187198"/>
                <a:gd name="GluePoint105Y" fmla="*/ 5223245 h 6239661"/>
                <a:gd name="GluePoint106X" fmla="*/ 3334855 w 5187198"/>
                <a:gd name="GluePoint106Y" fmla="*/ 5097383 h 6239661"/>
                <a:gd name="GluePoint107X" fmla="*/ 3599509 w 5187198"/>
                <a:gd name="GluePoint107Y" fmla="*/ 4976217 h 6239661"/>
                <a:gd name="GluePoint108X" fmla="*/ 4112002 w 5187198"/>
                <a:gd name="GluePoint108Y" fmla="*/ 4766359 h 6239661"/>
                <a:gd name="GluePoint109X" fmla="*/ 4348983 w 5187198"/>
                <a:gd name="GluePoint109Y" fmla="*/ 4649833 h 6239661"/>
                <a:gd name="GluePoint110X" fmla="*/ 4560505 w 5187198"/>
                <a:gd name="GluePoint110Y" fmla="*/ 4501564 h 6239661"/>
                <a:gd name="GluePoint111X" fmla="*/ 4731963 w 5187198"/>
                <a:gd name="GluePoint111Y" fmla="*/ 4309870 h 6239661"/>
                <a:gd name="GluePoint112X" fmla="*/ 4852344 w 5187198"/>
                <a:gd name="GluePoint112Y" fmla="*/ 4078640 h 6239661"/>
                <a:gd name="GluePoint113X" fmla="*/ 4863972 w 5187198"/>
                <a:gd name="GluePoint113Y" fmla="*/ 4047790 h 6239661"/>
                <a:gd name="GluePoint114X" fmla="*/ 4874144 w 5187198"/>
                <a:gd name="GluePoint114Y" fmla="*/ 4016320 h 6239661"/>
                <a:gd name="GluePoint115X" fmla="*/ 4884127 w 5187198"/>
                <a:gd name="GluePoint115Y" fmla="*/ 3984682 h 6239661"/>
                <a:gd name="GluePoint116X" fmla="*/ 4892800 w 5187198"/>
                <a:gd name="GluePoint116Y" fmla="*/ 3951883 h 6239661"/>
                <a:gd name="GluePoint117X" fmla="*/ 4909526 w 5187198"/>
                <a:gd name="GluePoint117Y" fmla="*/ 3886001 h 6239661"/>
                <a:gd name="GluePoint118X" fmla="*/ 4917687 w 5187198"/>
                <a:gd name="GluePoint118Y" fmla="*/ 3852948 h 6239661"/>
                <a:gd name="GluePoint119X" fmla="*/ 4921768 w 5187198"/>
                <a:gd name="GluePoint119Y" fmla="*/ 3836422 h 6239661"/>
                <a:gd name="GluePoint120X" fmla="*/ 4924845 w 5187198"/>
                <a:gd name="GluePoint120Y" fmla="*/ 3819742 h 6239661"/>
                <a:gd name="GluePoint121X" fmla="*/ 4948230 w 5187198"/>
                <a:gd name="GluePoint121Y" fmla="*/ 3685744 h 6239661"/>
                <a:gd name="GluePoint122X" fmla="*/ 4962782 w 5187198"/>
                <a:gd name="GluePoint122Y" fmla="*/ 3550540 h 6239661"/>
                <a:gd name="GluePoint123X" fmla="*/ 4939468 w 5187198"/>
                <a:gd name="GluePoint123Y" fmla="*/ 3010249 h 6239661"/>
                <a:gd name="GluePoint124X" fmla="*/ 4816901 w 5187198"/>
                <a:gd name="GluePoint124Y" fmla="*/ 2488224 h 6239661"/>
                <a:gd name="GluePoint125X" fmla="*/ 4797005 w 5187198"/>
                <a:gd name="GluePoint125Y" fmla="*/ 2424470 h 6239661"/>
                <a:gd name="GluePoint126X" fmla="*/ 4774433 w 5187198"/>
                <a:gd name="GluePoint126Y" fmla="*/ 2361620 h 6239661"/>
                <a:gd name="GluePoint127X" fmla="*/ 4752459 w 5187198"/>
                <a:gd name="GluePoint127Y" fmla="*/ 2298700 h 6239661"/>
                <a:gd name="GluePoint128X" fmla="*/ 4728083 w 5187198"/>
                <a:gd name="GluePoint128Y" fmla="*/ 2236526 h 6239661"/>
                <a:gd name="GluePoint129X" fmla="*/ 4704471 w 5187198"/>
                <a:gd name="GluePoint129Y" fmla="*/ 2174095 h 6239661"/>
                <a:gd name="GluePoint130X" fmla="*/ 4678399 w 5187198"/>
                <a:gd name="GluePoint130Y" fmla="*/ 2112626 h 6239661"/>
                <a:gd name="GluePoint131X" fmla="*/ 4652601 w 5187198"/>
                <a:gd name="GluePoint131Y" fmla="*/ 2050999 h 6239661"/>
                <a:gd name="GluePoint132X" fmla="*/ 4624205 w 5187198"/>
                <a:gd name="GluePoint132Y" fmla="*/ 1990415 h 6239661"/>
                <a:gd name="GluePoint133X" fmla="*/ 4595398 w 5187198"/>
                <a:gd name="GluePoint133Y" fmla="*/ 1930069 h 6239661"/>
                <a:gd name="GluePoint134X" fmla="*/ 4563827 w 5187198"/>
                <a:gd name="GluePoint134Y" fmla="*/ 1870952 h 6239661"/>
                <a:gd name="GluePoint135X" fmla="*/ 4531433 w 5187198"/>
                <a:gd name="GluePoint135Y" fmla="*/ 1812311 h 6239661"/>
                <a:gd name="GluePoint136X" fmla="*/ 4523315 w 5187198"/>
                <a:gd name="GluePoint136Y" fmla="*/ 1797616 h 6239661"/>
                <a:gd name="GluePoint137X" fmla="*/ 4514482 w 5187198"/>
                <a:gd name="GluePoint137Y" fmla="*/ 1783425 h 6239661"/>
                <a:gd name="GluePoint138X" fmla="*/ 4496845 w 5187198"/>
                <a:gd name="GluePoint138Y" fmla="*/ 1754936 h 6239661"/>
                <a:gd name="GluePoint139X" fmla="*/ 4461463 w 5187198"/>
                <a:gd name="GluePoint139Y" fmla="*/ 1697929 h 6239661"/>
                <a:gd name="GluePoint140X" fmla="*/ 4452660 w 5187198"/>
                <a:gd name="GluePoint140Y" fmla="*/ 1683629 h 6239661"/>
                <a:gd name="GluePoint141X" fmla="*/ 4443141 w 5187198"/>
                <a:gd name="GluePoint141Y" fmla="*/ 1669834 h 6239661"/>
                <a:gd name="GluePoint142X" fmla="*/ 4424241 w 5187198"/>
                <a:gd name="GluePoint142Y" fmla="*/ 1642166 h 6239661"/>
                <a:gd name="GluePoint143X" fmla="*/ 4346886 w 5187198"/>
                <a:gd name="GluePoint143Y" fmla="*/ 1532412 h 6239661"/>
                <a:gd name="GluePoint144X" fmla="*/ 3985497 w 5187198"/>
                <a:gd name="GluePoint144Y" fmla="*/ 1134649 h 6239661"/>
                <a:gd name="GluePoint145X" fmla="*/ 3545665 w 5187198"/>
                <a:gd name="GluePoint145Y" fmla="*/ 825877 h 6239661"/>
                <a:gd name="GluePoint146X" fmla="*/ 3486190 w 5187198"/>
                <a:gd name="GluePoint146Y" fmla="*/ 794756 h 6239661"/>
                <a:gd name="GluePoint147X" fmla="*/ 3426182 w 5187198"/>
                <a:gd name="GluePoint147Y" fmla="*/ 764765 h 6239661"/>
                <a:gd name="GluePoint148X" fmla="*/ 3365044 w 5187198"/>
                <a:gd name="GluePoint148Y" fmla="*/ 737255 h 6239661"/>
                <a:gd name="GluePoint149X" fmla="*/ 3334529 w 5187198"/>
                <a:gd name="GluePoint149Y" fmla="*/ 723514 h 6239661"/>
                <a:gd name="GluePoint150X" fmla="*/ 3303733 w 5187198"/>
                <a:gd name="GluePoint150Y" fmla="*/ 710395 h 6239661"/>
                <a:gd name="GluePoint151X" fmla="*/ 3179033 w 5187198"/>
                <a:gd name="GluePoint151Y" fmla="*/ 662259 h 6239661"/>
                <a:gd name="GluePoint152X" fmla="*/ 3052408 w 5187198"/>
                <a:gd name="GluePoint152Y" fmla="*/ 620447 h 6239661"/>
                <a:gd name="GluePoint153X" fmla="*/ 2924325 w 5187198"/>
                <a:gd name="GluePoint153Y" fmla="*/ 584505 h 6239661"/>
                <a:gd name="GluePoint154X" fmla="*/ 2859667 w 5187198"/>
                <a:gd name="GluePoint154Y" fmla="*/ 569266 h 6239661"/>
                <a:gd name="GluePoint155X" fmla="*/ 2795226 w 5187198"/>
                <a:gd name="GluePoint155Y" fmla="*/ 554085 h 6239661"/>
                <a:gd name="GluePoint156X" fmla="*/ 2729702 w 5187198"/>
                <a:gd name="GluePoint156Y" fmla="*/ 540354 h 6239661"/>
                <a:gd name="GluePoint157X" fmla="*/ 2663758 w 5187198"/>
                <a:gd name="GluePoint157Y" fmla="*/ 527322 h 6239661"/>
                <a:gd name="GluePoint158X" fmla="*/ 2630927 w 5187198"/>
                <a:gd name="GluePoint158Y" fmla="*/ 520495 h 6239661"/>
                <a:gd name="GluePoint159X" fmla="*/ 2597965 w 5187198"/>
                <a:gd name="GluePoint159Y" fmla="*/ 515024 h 6239661"/>
                <a:gd name="GluePoint160X" fmla="*/ 2532205 w 5187198"/>
                <a:gd name="GluePoint160Y" fmla="*/ 503895 h 6239661"/>
                <a:gd name="GluePoint161X" fmla="*/ 2010064 w 5187198"/>
                <a:gd name="GluePoint161Y" fmla="*/ 452552 h 6239661"/>
                <a:gd name="GluePoint162X" fmla="*/ 1494552 w 5187198"/>
                <a:gd name="GluePoint162Y" fmla="*/ 485055 h 6239661"/>
                <a:gd name="GluePoint163X" fmla="*/ 1366896 w 5187198"/>
                <a:gd name="GluePoint163Y" fmla="*/ 509389 h 6239661"/>
                <a:gd name="GluePoint164X" fmla="*/ 1240175 w 5187198"/>
                <a:gd name="GluePoint164Y" fmla="*/ 541045 h 6239661"/>
                <a:gd name="GluePoint165X" fmla="*/ 1177438 w 5187198"/>
                <a:gd name="GluePoint165Y" fmla="*/ 560170 h 6239661"/>
                <a:gd name="GluePoint166X" fmla="*/ 1145987 w 5187198"/>
                <a:gd name="GluePoint166Y" fmla="*/ 569826 h 6239661"/>
                <a:gd name="GluePoint167X" fmla="*/ 1130315 w 5187198"/>
                <a:gd name="GluePoint167Y" fmla="*/ 574669 h 6239661"/>
                <a:gd name="GluePoint168X" fmla="*/ 1114873 w 5187198"/>
                <a:gd name="GluePoint168Y" fmla="*/ 580384 h 6239661"/>
                <a:gd name="GluePoint169X" fmla="*/ 1052839 w 5187198"/>
                <a:gd name="GluePoint169Y" fmla="*/ 602943 h 6239661"/>
                <a:gd name="GluePoint170X" fmla="*/ 991135 w 5187198"/>
                <a:gd name="GluePoint170Y" fmla="*/ 626866 h 6239661"/>
                <a:gd name="GluePoint171X" fmla="*/ 930179 w 5187198"/>
                <a:gd name="GluePoint171Y" fmla="*/ 653191 h 6239661"/>
                <a:gd name="GluePoint172X" fmla="*/ 869768 w 5187198"/>
                <a:gd name="GluePoint172Y" fmla="*/ 680937 h 6239661"/>
                <a:gd name="GluePoint173X" fmla="*/ 810085 w 5187198"/>
                <a:gd name="GluePoint173Y" fmla="*/ 710734 h 6239661"/>
                <a:gd name="GluePoint174X" fmla="*/ 751220 w 5187198"/>
                <a:gd name="GluePoint174Y" fmla="*/ 741794 h 6239661"/>
                <a:gd name="GluePoint175X" fmla="*/ 532669 w 5187198"/>
                <a:gd name="GluePoint175Y" fmla="*/ 881688 h 6239661"/>
                <a:gd name="GluePoint176X" fmla="*/ 354185 w 5187198"/>
                <a:gd name="GluePoint176Y" fmla="*/ 1050286 h 6239661"/>
                <a:gd name="GluePoint177X" fmla="*/ 315980 w 5187198"/>
                <a:gd name="GluePoint177Y" fmla="*/ 1098125 h 6239661"/>
                <a:gd name="GluePoint178X" fmla="*/ 280345 w 5187198"/>
                <a:gd name="GluePoint178Y" fmla="*/ 1149782 h 6239661"/>
                <a:gd name="GluePoint179X" fmla="*/ 245890 w 5187198"/>
                <a:gd name="GluePoint179Y" fmla="*/ 1203959 h 6239661"/>
                <a:gd name="GluePoint180X" fmla="*/ 212162 w 5187198"/>
                <a:gd name="GluePoint180Y" fmla="*/ 1260184 h 6239661"/>
                <a:gd name="GluePoint181X" fmla="*/ 80716 w 5187198"/>
                <a:gd name="GluePoint181Y" fmla="*/ 1502476 h 6239661"/>
                <a:gd name="GluePoint182X" fmla="*/ 0 w 5187198"/>
                <a:gd name="GluePoint182Y" fmla="*/ 1648841 h 6239661"/>
                <a:gd name="GluePoint183X" fmla="*/ 0 w 5187198"/>
                <a:gd name="GluePoint183Y" fmla="*/ 954863 h 6239661"/>
                <a:gd name="GluePoint184X" fmla="*/ 43491 w 5187198"/>
                <a:gd name="GluePoint184Y" fmla="*/ 895513 h 6239661"/>
                <a:gd name="GluePoint185X" fmla="*/ 93923 w 5187198"/>
                <a:gd name="GluePoint185Y" fmla="*/ 834489 h 6239661"/>
                <a:gd name="GluePoint186X" fmla="*/ 323465 w 5187198"/>
                <a:gd name="GluePoint186Y" fmla="*/ 617671 h 6239661"/>
                <a:gd name="GluePoint187X" fmla="*/ 574777 w 5187198"/>
                <a:gd name="GluePoint187Y" fmla="*/ 446794 h 6239661"/>
                <a:gd name="GluePoint188X" fmla="*/ 638943 w 5187198"/>
                <a:gd name="GluePoint188Y" fmla="*/ 408925 h 6239661"/>
                <a:gd name="GluePoint189X" fmla="*/ 703505 w 5187198"/>
                <a:gd name="GluePoint189Y" fmla="*/ 371742 h 6239661"/>
                <a:gd name="GluePoint190X" fmla="*/ 769262 w 5187198"/>
                <a:gd name="GluePoint190Y" fmla="*/ 336154 h 6239661"/>
                <a:gd name="GluePoint191X" fmla="*/ 835552 w 5187198"/>
                <a:gd name="GluePoint191Y" fmla="*/ 301173 h 6239661"/>
                <a:gd name="GluePoint192X" fmla="*/ 902979 w 5187198"/>
                <a:gd name="GluePoint192Y" fmla="*/ 268004 h 6239661"/>
                <a:gd name="GluePoint193X" fmla="*/ 971127 w 5187198"/>
                <a:gd name="GluePoint193Y" fmla="*/ 235607 h 6239661"/>
                <a:gd name="GluePoint194X" fmla="*/ 988238 w 5187198"/>
                <a:gd name="GluePoint194Y" fmla="*/ 227556 h 6239661"/>
                <a:gd name="GluePoint195X" fmla="*/ 1005744 w 5187198"/>
                <a:gd name="GluePoint195Y" fmla="*/ 220191 h 6239661"/>
                <a:gd name="GluePoint196X" fmla="*/ 1040729 w 5187198"/>
                <a:gd name="GluePoint196Y" fmla="*/ 205569 h 6239661"/>
                <a:gd name="GluePoint197X" fmla="*/ 1110835 w 5187198"/>
                <a:gd name="GluePoint197Y" fmla="*/ 176248 h 6239661"/>
                <a:gd name="GluePoint198X" fmla="*/ 1254256 w 5187198"/>
                <a:gd name="GluePoint198Y" fmla="*/ 123796 h 6239661"/>
                <a:gd name="GluePoint199X" fmla="*/ 1401310 w 5187198"/>
                <a:gd name="GluePoint199Y" fmla="*/ 79852 h 6239661"/>
                <a:gd name="GluePoint200X" fmla="*/ 2011811 w 5187198"/>
                <a:gd name="GluePoint200Y" fmla="*/ 4 h 62396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 ang="0">
                  <a:pos x="GluePoint58X" y="GluePoint58Y"/>
                </a:cxn>
                <a:cxn ang="0">
                  <a:pos x="GluePoint59X" y="GluePoint59Y"/>
                </a:cxn>
                <a:cxn ang="0">
                  <a:pos x="GluePoint60X" y="GluePoint60Y"/>
                </a:cxn>
                <a:cxn ang="0">
                  <a:pos x="GluePoint61X" y="GluePoint61Y"/>
                </a:cxn>
                <a:cxn ang="0">
                  <a:pos x="GluePoint62X" y="GluePoint62Y"/>
                </a:cxn>
                <a:cxn ang="0">
                  <a:pos x="GluePoint63X" y="GluePoint63Y"/>
                </a:cxn>
                <a:cxn ang="0">
                  <a:pos x="GluePoint64X" y="GluePoint64Y"/>
                </a:cxn>
                <a:cxn ang="0">
                  <a:pos x="GluePoint65X" y="GluePoint65Y"/>
                </a:cxn>
                <a:cxn ang="0">
                  <a:pos x="GluePoint66X" y="GluePoint66Y"/>
                </a:cxn>
                <a:cxn ang="0">
                  <a:pos x="GluePoint67X" y="GluePoint67Y"/>
                </a:cxn>
                <a:cxn ang="0">
                  <a:pos x="GluePoint68X" y="GluePoint68Y"/>
                </a:cxn>
                <a:cxn ang="0">
                  <a:pos x="GluePoint69X" y="GluePoint69Y"/>
                </a:cxn>
                <a:cxn ang="0">
                  <a:pos x="GluePoint70X" y="GluePoint70Y"/>
                </a:cxn>
                <a:cxn ang="0">
                  <a:pos x="GluePoint71X" y="GluePoint71Y"/>
                </a:cxn>
                <a:cxn ang="0">
                  <a:pos x="GluePoint72X" y="GluePoint72Y"/>
                </a:cxn>
                <a:cxn ang="0">
                  <a:pos x="GluePoint73X" y="GluePoint73Y"/>
                </a:cxn>
                <a:cxn ang="0">
                  <a:pos x="GluePoint74X" y="GluePoint74Y"/>
                </a:cxn>
                <a:cxn ang="0">
                  <a:pos x="GluePoint75X" y="GluePoint75Y"/>
                </a:cxn>
                <a:cxn ang="0">
                  <a:pos x="GluePoint76X" y="GluePoint76Y"/>
                </a:cxn>
                <a:cxn ang="0">
                  <a:pos x="GluePoint77X" y="GluePoint77Y"/>
                </a:cxn>
                <a:cxn ang="0">
                  <a:pos x="GluePoint78X" y="GluePoint78Y"/>
                </a:cxn>
                <a:cxn ang="0">
                  <a:pos x="GluePoint79X" y="GluePoint79Y"/>
                </a:cxn>
                <a:cxn ang="0">
                  <a:pos x="GluePoint80X" y="GluePoint80Y"/>
                </a:cxn>
                <a:cxn ang="0">
                  <a:pos x="GluePoint81X" y="GluePoint81Y"/>
                </a:cxn>
                <a:cxn ang="0">
                  <a:pos x="GluePoint82X" y="GluePoint82Y"/>
                </a:cxn>
                <a:cxn ang="0">
                  <a:pos x="GluePoint83X" y="GluePoint83Y"/>
                </a:cxn>
                <a:cxn ang="0">
                  <a:pos x="GluePoint84X" y="GluePoint84Y"/>
                </a:cxn>
                <a:cxn ang="0">
                  <a:pos x="GluePoint85X" y="GluePoint85Y"/>
                </a:cxn>
                <a:cxn ang="0">
                  <a:pos x="GluePoint86X" y="GluePoint86Y"/>
                </a:cxn>
                <a:cxn ang="0">
                  <a:pos x="GluePoint87X" y="GluePoint87Y"/>
                </a:cxn>
                <a:cxn ang="0">
                  <a:pos x="GluePoint88X" y="GluePoint88Y"/>
                </a:cxn>
                <a:cxn ang="0">
                  <a:pos x="GluePoint89X" y="GluePoint89Y"/>
                </a:cxn>
                <a:cxn ang="0">
                  <a:pos x="GluePoint90X" y="GluePoint90Y"/>
                </a:cxn>
                <a:cxn ang="0">
                  <a:pos x="GluePoint91X" y="GluePoint91Y"/>
                </a:cxn>
                <a:cxn ang="0">
                  <a:pos x="GluePoint92X" y="GluePoint92Y"/>
                </a:cxn>
                <a:cxn ang="0">
                  <a:pos x="GluePoint93X" y="GluePoint93Y"/>
                </a:cxn>
                <a:cxn ang="0">
                  <a:pos x="GluePoint94X" y="GluePoint94Y"/>
                </a:cxn>
                <a:cxn ang="0">
                  <a:pos x="GluePoint95X" y="GluePoint95Y"/>
                </a:cxn>
                <a:cxn ang="0">
                  <a:pos x="GluePoint96X" y="GluePoint96Y"/>
                </a:cxn>
                <a:cxn ang="0">
                  <a:pos x="GluePoint97X" y="GluePoint97Y"/>
                </a:cxn>
                <a:cxn ang="0">
                  <a:pos x="GluePoint98X" y="GluePoint98Y"/>
                </a:cxn>
                <a:cxn ang="0">
                  <a:pos x="GluePoint99X" y="GluePoint99Y"/>
                </a:cxn>
                <a:cxn ang="0">
                  <a:pos x="GluePoint100X" y="GluePoint100Y"/>
                </a:cxn>
                <a:cxn ang="0">
                  <a:pos x="GluePoint101X" y="GluePoint101Y"/>
                </a:cxn>
                <a:cxn ang="0">
                  <a:pos x="GluePoint102X" y="GluePoint102Y"/>
                </a:cxn>
                <a:cxn ang="0">
                  <a:pos x="GluePoint103X" y="GluePoint103Y"/>
                </a:cxn>
                <a:cxn ang="0">
                  <a:pos x="GluePoint104X" y="GluePoint104Y"/>
                </a:cxn>
                <a:cxn ang="0">
                  <a:pos x="GluePoint105X" y="GluePoint105Y"/>
                </a:cxn>
                <a:cxn ang="0">
                  <a:pos x="GluePoint106X" y="GluePoint106Y"/>
                </a:cxn>
                <a:cxn ang="0">
                  <a:pos x="GluePoint107X" y="GluePoint107Y"/>
                </a:cxn>
                <a:cxn ang="0">
                  <a:pos x="GluePoint108X" y="GluePoint108Y"/>
                </a:cxn>
                <a:cxn ang="0">
                  <a:pos x="GluePoint109X" y="GluePoint109Y"/>
                </a:cxn>
                <a:cxn ang="0">
                  <a:pos x="GluePoint110X" y="GluePoint110Y"/>
                </a:cxn>
                <a:cxn ang="0">
                  <a:pos x="GluePoint111X" y="GluePoint111Y"/>
                </a:cxn>
                <a:cxn ang="0">
                  <a:pos x="GluePoint112X" y="GluePoint112Y"/>
                </a:cxn>
                <a:cxn ang="0">
                  <a:pos x="GluePoint113X" y="GluePoint113Y"/>
                </a:cxn>
                <a:cxn ang="0">
                  <a:pos x="GluePoint114X" y="GluePoint114Y"/>
                </a:cxn>
                <a:cxn ang="0">
                  <a:pos x="GluePoint115X" y="GluePoint115Y"/>
                </a:cxn>
                <a:cxn ang="0">
                  <a:pos x="GluePoint116X" y="GluePoint116Y"/>
                </a:cxn>
                <a:cxn ang="0">
                  <a:pos x="GluePoint117X" y="GluePoint117Y"/>
                </a:cxn>
                <a:cxn ang="0">
                  <a:pos x="GluePoint118X" y="GluePoint118Y"/>
                </a:cxn>
                <a:cxn ang="0">
                  <a:pos x="GluePoint119X" y="GluePoint119Y"/>
                </a:cxn>
                <a:cxn ang="0">
                  <a:pos x="GluePoint120X" y="GluePoint120Y"/>
                </a:cxn>
                <a:cxn ang="0">
                  <a:pos x="GluePoint121X" y="GluePoint121Y"/>
                </a:cxn>
                <a:cxn ang="0">
                  <a:pos x="GluePoint122X" y="GluePoint122Y"/>
                </a:cxn>
                <a:cxn ang="0">
                  <a:pos x="GluePoint123X" y="GluePoint123Y"/>
                </a:cxn>
                <a:cxn ang="0">
                  <a:pos x="GluePoint124X" y="GluePoint124Y"/>
                </a:cxn>
                <a:cxn ang="0">
                  <a:pos x="GluePoint125X" y="GluePoint125Y"/>
                </a:cxn>
                <a:cxn ang="0">
                  <a:pos x="GluePoint126X" y="GluePoint126Y"/>
                </a:cxn>
                <a:cxn ang="0">
                  <a:pos x="GluePoint127X" y="GluePoint127Y"/>
                </a:cxn>
                <a:cxn ang="0">
                  <a:pos x="GluePoint128X" y="GluePoint128Y"/>
                </a:cxn>
                <a:cxn ang="0">
                  <a:pos x="GluePoint129X" y="GluePoint129Y"/>
                </a:cxn>
                <a:cxn ang="0">
                  <a:pos x="GluePoint130X" y="GluePoint130Y"/>
                </a:cxn>
                <a:cxn ang="0">
                  <a:pos x="GluePoint131X" y="GluePoint131Y"/>
                </a:cxn>
                <a:cxn ang="0">
                  <a:pos x="GluePoint132X" y="GluePoint132Y"/>
                </a:cxn>
                <a:cxn ang="0">
                  <a:pos x="GluePoint133X" y="GluePoint133Y"/>
                </a:cxn>
                <a:cxn ang="0">
                  <a:pos x="GluePoint134X" y="GluePoint134Y"/>
                </a:cxn>
                <a:cxn ang="0">
                  <a:pos x="GluePoint135X" y="GluePoint135Y"/>
                </a:cxn>
                <a:cxn ang="0">
                  <a:pos x="GluePoint136X" y="GluePoint136Y"/>
                </a:cxn>
                <a:cxn ang="0">
                  <a:pos x="GluePoint137X" y="GluePoint137Y"/>
                </a:cxn>
                <a:cxn ang="0">
                  <a:pos x="GluePoint138X" y="GluePoint138Y"/>
                </a:cxn>
                <a:cxn ang="0">
                  <a:pos x="GluePoint139X" y="GluePoint139Y"/>
                </a:cxn>
                <a:cxn ang="0">
                  <a:pos x="GluePoint140X" y="GluePoint140Y"/>
                </a:cxn>
                <a:cxn ang="0">
                  <a:pos x="GluePoint141X" y="GluePoint141Y"/>
                </a:cxn>
                <a:cxn ang="0">
                  <a:pos x="GluePoint142X" y="GluePoint142Y"/>
                </a:cxn>
                <a:cxn ang="0">
                  <a:pos x="GluePoint143X" y="GluePoint143Y"/>
                </a:cxn>
                <a:cxn ang="0">
                  <a:pos x="GluePoint144X" y="GluePoint144Y"/>
                </a:cxn>
                <a:cxn ang="0">
                  <a:pos x="GluePoint145X" y="GluePoint145Y"/>
                </a:cxn>
                <a:cxn ang="0">
                  <a:pos x="GluePoint146X" y="GluePoint146Y"/>
                </a:cxn>
                <a:cxn ang="0">
                  <a:pos x="GluePoint147X" y="GluePoint147Y"/>
                </a:cxn>
                <a:cxn ang="0">
                  <a:pos x="GluePoint148X" y="GluePoint148Y"/>
                </a:cxn>
                <a:cxn ang="0">
                  <a:pos x="GluePoint149X" y="GluePoint149Y"/>
                </a:cxn>
                <a:cxn ang="0">
                  <a:pos x="GluePoint150X" y="GluePoint150Y"/>
                </a:cxn>
                <a:cxn ang="0">
                  <a:pos x="GluePoint151X" y="GluePoint151Y"/>
                </a:cxn>
                <a:cxn ang="0">
                  <a:pos x="GluePoint152X" y="GluePoint152Y"/>
                </a:cxn>
                <a:cxn ang="0">
                  <a:pos x="GluePoint153X" y="GluePoint153Y"/>
                </a:cxn>
                <a:cxn ang="0">
                  <a:pos x="GluePoint154X" y="GluePoint154Y"/>
                </a:cxn>
                <a:cxn ang="0">
                  <a:pos x="GluePoint155X" y="GluePoint155Y"/>
                </a:cxn>
                <a:cxn ang="0">
                  <a:pos x="GluePoint156X" y="GluePoint156Y"/>
                </a:cxn>
                <a:cxn ang="0">
                  <a:pos x="GluePoint157X" y="GluePoint157Y"/>
                </a:cxn>
                <a:cxn ang="0">
                  <a:pos x="GluePoint158X" y="GluePoint158Y"/>
                </a:cxn>
                <a:cxn ang="0">
                  <a:pos x="GluePoint159X" y="GluePoint159Y"/>
                </a:cxn>
                <a:cxn ang="0">
                  <a:pos x="GluePoint160X" y="GluePoint160Y"/>
                </a:cxn>
                <a:cxn ang="0">
                  <a:pos x="GluePoint161X" y="GluePoint161Y"/>
                </a:cxn>
                <a:cxn ang="0">
                  <a:pos x="GluePoint162X" y="GluePoint162Y"/>
                </a:cxn>
                <a:cxn ang="0">
                  <a:pos x="GluePoint163X" y="GluePoint163Y"/>
                </a:cxn>
                <a:cxn ang="0">
                  <a:pos x="GluePoint164X" y="GluePoint164Y"/>
                </a:cxn>
                <a:cxn ang="0">
                  <a:pos x="GluePoint165X" y="GluePoint165Y"/>
                </a:cxn>
                <a:cxn ang="0">
                  <a:pos x="GluePoint166X" y="GluePoint166Y"/>
                </a:cxn>
                <a:cxn ang="0">
                  <a:pos x="GluePoint167X" y="GluePoint167Y"/>
                </a:cxn>
                <a:cxn ang="0">
                  <a:pos x="GluePoint168X" y="GluePoint168Y"/>
                </a:cxn>
                <a:cxn ang="0">
                  <a:pos x="GluePoint169X" y="GluePoint169Y"/>
                </a:cxn>
                <a:cxn ang="0">
                  <a:pos x="GluePoint170X" y="GluePoint170Y"/>
                </a:cxn>
                <a:cxn ang="0">
                  <a:pos x="GluePoint171X" y="GluePoint171Y"/>
                </a:cxn>
                <a:cxn ang="0">
                  <a:pos x="GluePoint172X" y="GluePoint172Y"/>
                </a:cxn>
                <a:cxn ang="0">
                  <a:pos x="GluePoint173X" y="GluePoint173Y"/>
                </a:cxn>
                <a:cxn ang="0">
                  <a:pos x="GluePoint174X" y="GluePoint174Y"/>
                </a:cxn>
                <a:cxn ang="0">
                  <a:pos x="GluePoint175X" y="GluePoint175Y"/>
                </a:cxn>
                <a:cxn ang="0">
                  <a:pos x="GluePoint176X" y="GluePoint176Y"/>
                </a:cxn>
                <a:cxn ang="0">
                  <a:pos x="GluePoint177X" y="GluePoint177Y"/>
                </a:cxn>
                <a:cxn ang="0">
                  <a:pos x="GluePoint178X" y="GluePoint178Y"/>
                </a:cxn>
                <a:cxn ang="0">
                  <a:pos x="GluePoint179X" y="GluePoint179Y"/>
                </a:cxn>
                <a:cxn ang="0">
                  <a:pos x="GluePoint180X" y="GluePoint180Y"/>
                </a:cxn>
                <a:cxn ang="0">
                  <a:pos x="GluePoint181X" y="GluePoint181Y"/>
                </a:cxn>
                <a:cxn ang="0">
                  <a:pos x="GluePoint182X" y="GluePoint182Y"/>
                </a:cxn>
                <a:cxn ang="0">
                  <a:pos x="GluePoint183X" y="GluePoint183Y"/>
                </a:cxn>
                <a:cxn ang="0">
                  <a:pos x="GluePoint184X" y="GluePoint184Y"/>
                </a:cxn>
                <a:cxn ang="0">
                  <a:pos x="GluePoint185X" y="GluePoint185Y"/>
                </a:cxn>
                <a:cxn ang="0">
                  <a:pos x="GluePoint186X" y="GluePoint186Y"/>
                </a:cxn>
                <a:cxn ang="0">
                  <a:pos x="GluePoint187X" y="GluePoint187Y"/>
                </a:cxn>
                <a:cxn ang="0">
                  <a:pos x="GluePoint188X" y="GluePoint188Y"/>
                </a:cxn>
                <a:cxn ang="0">
                  <a:pos x="GluePoint189X" y="GluePoint189Y"/>
                </a:cxn>
                <a:cxn ang="0">
                  <a:pos x="GluePoint190X" y="GluePoint190Y"/>
                </a:cxn>
                <a:cxn ang="0">
                  <a:pos x="GluePoint191X" y="GluePoint191Y"/>
                </a:cxn>
                <a:cxn ang="0">
                  <a:pos x="GluePoint192X" y="GluePoint192Y"/>
                </a:cxn>
                <a:cxn ang="0">
                  <a:pos x="GluePoint193X" y="GluePoint193Y"/>
                </a:cxn>
                <a:cxn ang="0">
                  <a:pos x="GluePoint194X" y="GluePoint194Y"/>
                </a:cxn>
                <a:cxn ang="0">
                  <a:pos x="GluePoint195X" y="GluePoint195Y"/>
                </a:cxn>
                <a:cxn ang="0">
                  <a:pos x="GluePoint196X" y="GluePoint196Y"/>
                </a:cxn>
                <a:cxn ang="0">
                  <a:pos x="GluePoint197X" y="GluePoint197Y"/>
                </a:cxn>
                <a:cxn ang="0">
                  <a:pos x="GluePoint198X" y="GluePoint198Y"/>
                </a:cxn>
                <a:cxn ang="0">
                  <a:pos x="GluePoint199X" y="GluePoint199Y"/>
                </a:cxn>
                <a:cxn ang="0">
                  <a:pos x="GluePoint200X" y="GluePoint200Y"/>
                </a:cxn>
              </a:cxnLst>
              <a:rect l="textAreaLeft" t="textAreaTop" r="textAreaRight" b="textAreaBottom"/>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rotWithShape="0">
              <a:gsLst>
                <a:gs pos="2000">
                  <a:srgbClr val="ffffff">
                    <a:alpha val="10000"/>
                  </a:srgbClr>
                </a:gs>
                <a:gs pos="16000">
                  <a:srgbClr val="b27d49">
                    <a:alpha val="10000"/>
                  </a:srgbClr>
                </a:gs>
                <a:gs pos="85000">
                  <a:srgbClr val="a5300f">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sp>
          <p:nvSpPr>
            <p:cNvPr id="70" name="Freeform: Shape 13">
              <a:extLst>
                <a:ext uri="{C183D7F6-B498-43B3-948B-1728B52AA6E4}">
                  <adec:decorative xmlns:adec="http://schemas.microsoft.com/office/drawing/2017/decorative" val="1"/>
                </a:ext>
              </a:extLst>
            </p:cNvPr>
            <p:cNvSpPr/>
            <p:nvPr/>
          </p:nvSpPr>
          <p:spPr>
            <a:xfrm>
              <a:off x="-21960" y="555120"/>
              <a:ext cx="5214960" cy="6106680"/>
            </a:xfrm>
            <a:custGeom>
              <a:avLst/>
              <a:gdLst>
                <a:gd name="textAreaLeft" fmla="*/ 0 w 5214960"/>
                <a:gd name="textAreaRight" fmla="*/ 5215680 w 5214960"/>
                <a:gd name="textAreaTop" fmla="*/ 0 h 6106680"/>
                <a:gd name="textAreaBottom" fmla="*/ 6107400 h 6106680"/>
                <a:gd name="GluePoint1X" fmla="*/ 1869139 w 5215811"/>
                <a:gd name="GluePoint1Y" fmla="*/ 9 h 6107388"/>
                <a:gd name="GluePoint2X" fmla="*/ 2791149 w 5215811"/>
                <a:gd name="GluePoint2Y" fmla="*/ 130229 h 6107388"/>
                <a:gd name="GluePoint3X" fmla="*/ 4760307 w 5215811"/>
                <a:gd name="GluePoint3Y" fmla="*/ 1608408 h 6107388"/>
                <a:gd name="GluePoint4X" fmla="*/ 5108574 w 5215811"/>
                <a:gd name="GluePoint4Y" fmla="*/ 4050383 h 6107388"/>
                <a:gd name="GluePoint5X" fmla="*/ 3434916 w 5215811"/>
                <a:gd name="GluePoint5Y" fmla="*/ 5503134 h 6107388"/>
                <a:gd name="GluePoint6X" fmla="*/ 1137841 w 5215811"/>
                <a:gd name="GluePoint6Y" fmla="*/ 6033968 h 6107388"/>
                <a:gd name="GluePoint7X" fmla="*/ 217555 w 5215811"/>
                <a:gd name="GluePoint7Y" fmla="*/ 5598945 h 6107388"/>
                <a:gd name="GluePoint8X" fmla="*/ 0 w 5215811"/>
                <a:gd name="GluePoint8Y" fmla="*/ 5419622 h 6107388"/>
                <a:gd name="GluePoint9X" fmla="*/ 0 w 5215811"/>
                <a:gd name="GluePoint9Y" fmla="*/ 4571683 h 6107388"/>
                <a:gd name="GluePoint10X" fmla="*/ 18056 w 5215811"/>
                <a:gd name="GluePoint10Y" fmla="*/ 4599282 h 6107388"/>
                <a:gd name="GluePoint11X" fmla="*/ 358324 w 5215811"/>
                <a:gd name="GluePoint11Y" fmla="*/ 4988154 h 6107388"/>
                <a:gd name="GluePoint12X" fmla="*/ 1282741 w 5215811"/>
                <a:gd name="GluePoint12Y" fmla="*/ 5493193 h 6107388"/>
                <a:gd name="GluePoint13X" fmla="*/ 2172794 w 5215811"/>
                <a:gd name="GluePoint13Y" fmla="*/ 5470630 h 6107388"/>
                <a:gd name="GluePoint14X" fmla="*/ 3146893 w 5215811"/>
                <a:gd name="GluePoint14Y" fmla="*/ 5016296 h 6107388"/>
                <a:gd name="GluePoint15X" fmla="*/ 3574114 w 5215811"/>
                <a:gd name="GluePoint15Y" fmla="*/ 4791124 h 6107388"/>
                <a:gd name="GluePoint16X" fmla="*/ 4244948 w 5215811"/>
                <a:gd name="GluePoint16Y" fmla="*/ 4392664 h 6107388"/>
                <a:gd name="GluePoint17X" fmla="*/ 4556385 w 5215811"/>
                <a:gd name="GluePoint17Y" fmla="*/ 3902656 h 6107388"/>
                <a:gd name="GluePoint18X" fmla="*/ 4616354 w 5215811"/>
                <a:gd name="GluePoint18Y" fmla="*/ 2851680 h 6107388"/>
                <a:gd name="GluePoint19X" fmla="*/ 4269266 w 5215811"/>
                <a:gd name="GluePoint19Y" fmla="*/ 1889625 h 6107388"/>
                <a:gd name="GluePoint20X" fmla="*/ 2645976 w 5215811"/>
                <a:gd name="GluePoint20Y" fmla="*/ 671162 h 6107388"/>
                <a:gd name="GluePoint21X" fmla="*/ 1648930 w 5215811"/>
                <a:gd name="GluePoint21Y" fmla="*/ 573017 h 6107388"/>
                <a:gd name="GluePoint22X" fmla="*/ 771768 w 5215811"/>
                <a:gd name="GluePoint22Y" fmla="*/ 865882 h 6107388"/>
                <a:gd name="GluePoint23X" fmla="*/ 433617 w 5215811"/>
                <a:gd name="GluePoint23Y" fmla="*/ 1119441 h 6107388"/>
                <a:gd name="GluePoint24X" fmla="*/ 200571 w 5215811"/>
                <a:gd name="GluePoint24Y" fmla="*/ 1486480 h 6107388"/>
                <a:gd name="GluePoint25X" fmla="*/ 47077 w 5215811"/>
                <a:gd name="GluePoint25Y" fmla="*/ 1753604 h 6107388"/>
                <a:gd name="GluePoint26X" fmla="*/ 0 w 5215811"/>
                <a:gd name="GluePoint26Y" fmla="*/ 1831655 h 6107388"/>
                <a:gd name="GluePoint27X" fmla="*/ 0 w 5215811"/>
                <a:gd name="GluePoint27Y" fmla="*/ 751112 h 6107388"/>
                <a:gd name="GluePoint28X" fmla="*/ 6994 w 5215811"/>
                <a:gd name="GluePoint28Y" fmla="*/ 742614 h 6107388"/>
                <a:gd name="GluePoint29X" fmla="*/ 484047 w 5215811"/>
                <a:gd name="GluePoint29Y" fmla="*/ 378777 h 6107388"/>
                <a:gd name="GluePoint30X" fmla="*/ 1869139 w 5215811"/>
                <a:gd name="GluePoint30Y" fmla="*/ 9 h 61073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Lst>
              <a:rect l="textAreaLeft" t="textAreaTop" r="textAreaRight" b="textAreaBottom"/>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rotWithShape="0">
              <a:gsLst>
                <a:gs pos="2000">
                  <a:srgbClr val="ffffff">
                    <a:alpha val="10000"/>
                  </a:srgbClr>
                </a:gs>
                <a:gs pos="16000">
                  <a:srgbClr val="b27d49">
                    <a:alpha val="10000"/>
                  </a:srgbClr>
                </a:gs>
                <a:gs pos="85000">
                  <a:srgbClr val="a5300f">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sp>
          <p:nvSpPr>
            <p:cNvPr id="71" name="Freeform: Shape 14">
              <a:extLst>
                <a:ext uri="{C183D7F6-B498-43B3-948B-1728B52AA6E4}">
                  <adec:decorative xmlns:adec="http://schemas.microsoft.com/office/drawing/2017/decorative" val="1"/>
                </a:ext>
              </a:extLst>
            </p:cNvPr>
            <p:cNvSpPr/>
            <p:nvPr/>
          </p:nvSpPr>
          <p:spPr>
            <a:xfrm>
              <a:off x="-21960" y="577080"/>
              <a:ext cx="5217120" cy="6099480"/>
            </a:xfrm>
            <a:custGeom>
              <a:avLst/>
              <a:gdLst>
                <a:gd name="textAreaLeft" fmla="*/ 0 w 5217120"/>
                <a:gd name="textAreaRight" fmla="*/ 5217840 w 5217120"/>
                <a:gd name="textAreaTop" fmla="*/ 0 h 6099480"/>
                <a:gd name="textAreaBottom" fmla="*/ 6100200 h 6099480"/>
                <a:gd name="GluePoint1X" fmla="*/ 1951393 w 5217956"/>
                <a:gd name="GluePoint1Y" fmla="*/ 82 h 6100079"/>
                <a:gd name="GluePoint2X" fmla="*/ 2855177 w 5217956"/>
                <a:gd name="GluePoint2Y" fmla="*/ 125419 h 6100079"/>
                <a:gd name="GluePoint3X" fmla="*/ 4779341 w 5217956"/>
                <a:gd name="GluePoint3Y" fmla="*/ 1591542 h 6100079"/>
                <a:gd name="GluePoint4X" fmla="*/ 5108573 w 5217956"/>
                <a:gd name="GluePoint4Y" fmla="*/ 4028416 h 6100079"/>
                <a:gd name="GluePoint5X" fmla="*/ 3459358 w 5217956"/>
                <a:gd name="GluePoint5Y" fmla="*/ 5487716 h 6100079"/>
                <a:gd name="GluePoint6X" fmla="*/ 1203274 w 5217956"/>
                <a:gd name="GluePoint6Y" fmla="*/ 6029534 h 6100079"/>
                <a:gd name="GluePoint7X" fmla="*/ 59920 w 5217956"/>
                <a:gd name="GluePoint7Y" fmla="*/ 5396467 h 6100079"/>
                <a:gd name="GluePoint8X" fmla="*/ 0 w 5217956"/>
                <a:gd name="GluePoint8Y" fmla="*/ 5333382 h 6100079"/>
                <a:gd name="GluePoint9X" fmla="*/ 0 w 5217956"/>
                <a:gd name="GluePoint9Y" fmla="*/ 4205833 h 6100079"/>
                <a:gd name="GluePoint10X" fmla="*/ 58036 w 5217956"/>
                <a:gd name="GluePoint10Y" fmla="*/ 4310048 h 6100079"/>
                <a:gd name="GluePoint11X" fmla="*/ 520779 w 5217956"/>
                <a:gd name="GluePoint11Y" fmla="*/ 4907591 h 6100079"/>
                <a:gd name="GluePoint12X" fmla="*/ 1377154 w 5217956"/>
                <a:gd name="GluePoint12Y" fmla="*/ 5380604 h 6100079"/>
                <a:gd name="GluePoint13X" fmla="*/ 3123340 w 5217956"/>
                <a:gd name="GluePoint13Y" fmla="*/ 4905715 h 6100079"/>
                <a:gd name="GluePoint14X" fmla="*/ 3547863 w 5217956"/>
                <a:gd name="GluePoint14Y" fmla="*/ 4676342 h 6100079"/>
                <a:gd name="GluePoint15X" fmla="*/ 4186753 w 5217956"/>
                <a:gd name="GluePoint15Y" fmla="*/ 4289376 h 6100079"/>
                <a:gd name="GluePoint16X" fmla="*/ 4459565 w 5217956"/>
                <a:gd name="GluePoint16Y" fmla="*/ 3854399 h 6100079"/>
                <a:gd name="GluePoint17X" fmla="*/ 4521015 w 5217956"/>
                <a:gd name="GluePoint17Y" fmla="*/ 2849377 h 6100079"/>
                <a:gd name="GluePoint18X" fmla="*/ 4199723 w 5217956"/>
                <a:gd name="GluePoint18Y" fmla="*/ 1931213 h 6100079"/>
                <a:gd name="GluePoint19X" fmla="*/ 2681217 w 5217956"/>
                <a:gd name="GluePoint19Y" fmla="*/ 774211 h 6100079"/>
                <a:gd name="GluePoint20X" fmla="*/ 926547 w 5217956"/>
                <a:gd name="GluePoint20Y" fmla="*/ 967112 h 6100079"/>
                <a:gd name="GluePoint21X" fmla="*/ 622677 w 5217956"/>
                <a:gd name="GluePoint21Y" fmla="*/ 1197863 h 6100079"/>
                <a:gd name="GluePoint22X" fmla="*/ 404892 w 5217956"/>
                <a:gd name="GluePoint22Y" fmla="*/ 1547314 h 6100079"/>
                <a:gd name="GluePoint23X" fmla="*/ 40135 w 5217956"/>
                <a:gd name="GluePoint23Y" fmla="*/ 2159090 h 6100079"/>
                <a:gd name="GluePoint24X" fmla="*/ 0 w 5217956"/>
                <a:gd name="GluePoint24Y" fmla="*/ 2219367 h 6100079"/>
                <a:gd name="GluePoint25X" fmla="*/ 0 w 5217956"/>
                <a:gd name="GluePoint25Y" fmla="*/ 915659 h 6100079"/>
                <a:gd name="GluePoint26X" fmla="*/ 58609 w 5217956"/>
                <a:gd name="GluePoint26Y" fmla="*/ 828051 h 6100079"/>
                <a:gd name="GluePoint27X" fmla="*/ 590688 w 5217956"/>
                <a:gd name="GluePoint27Y" fmla="*/ 385385 h 6100079"/>
                <a:gd name="GluePoint28X" fmla="*/ 1951393 w 5217956"/>
                <a:gd name="GluePoint28Y" fmla="*/ 82 h 61000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Lst>
              <a:rect l="textAreaLeft" t="textAreaTop" r="textAreaRight" b="textAreaBottom"/>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rotWithShape="0">
              <a:gsLst>
                <a:gs pos="2000">
                  <a:srgbClr val="ffffff">
                    <a:alpha val="10000"/>
                  </a:srgbClr>
                </a:gs>
                <a:gs pos="16000">
                  <a:srgbClr val="b27d49">
                    <a:alpha val="10000"/>
                  </a:srgbClr>
                </a:gs>
                <a:gs pos="85000">
                  <a:srgbClr val="a5300f">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sp>
          <p:nvSpPr>
            <p:cNvPr id="72" name="Freeform: Shape 15">
              <a:extLst>
                <a:ext uri="{C183D7F6-B498-43B3-948B-1728B52AA6E4}">
                  <adec:decorative xmlns:adec="http://schemas.microsoft.com/office/drawing/2017/decorative" val="1"/>
                </a:ext>
              </a:extLst>
            </p:cNvPr>
            <p:cNvSpPr/>
            <p:nvPr/>
          </p:nvSpPr>
          <p:spPr>
            <a:xfrm>
              <a:off x="-21960" y="577080"/>
              <a:ext cx="5217120" cy="6099480"/>
            </a:xfrm>
            <a:custGeom>
              <a:avLst/>
              <a:gdLst>
                <a:gd name="textAreaLeft" fmla="*/ 0 w 5217120"/>
                <a:gd name="textAreaRight" fmla="*/ 5217840 w 5217120"/>
                <a:gd name="textAreaTop" fmla="*/ 0 h 6099480"/>
                <a:gd name="textAreaBottom" fmla="*/ 6100200 h 6099480"/>
                <a:gd name="GluePoint1X" fmla="*/ 1951394 w 5217957"/>
                <a:gd name="GluePoint1Y" fmla="*/ 82 h 6100079"/>
                <a:gd name="GluePoint2X" fmla="*/ 2855178 w 5217957"/>
                <a:gd name="GluePoint2Y" fmla="*/ 125419 h 6100079"/>
                <a:gd name="GluePoint3X" fmla="*/ 4779341 w 5217957"/>
                <a:gd name="GluePoint3Y" fmla="*/ 1591542 h 6100079"/>
                <a:gd name="GluePoint4X" fmla="*/ 5108574 w 5217957"/>
                <a:gd name="GluePoint4Y" fmla="*/ 4028416 h 6100079"/>
                <a:gd name="GluePoint5X" fmla="*/ 3459359 w 5217957"/>
                <a:gd name="GluePoint5Y" fmla="*/ 5487716 h 6100079"/>
                <a:gd name="GluePoint6X" fmla="*/ 1203275 w 5217957"/>
                <a:gd name="GluePoint6Y" fmla="*/ 6029534 h 6100079"/>
                <a:gd name="GluePoint7X" fmla="*/ 59921 w 5217957"/>
                <a:gd name="GluePoint7Y" fmla="*/ 5396467 h 6100079"/>
                <a:gd name="GluePoint8X" fmla="*/ 0 w 5217957"/>
                <a:gd name="GluePoint8Y" fmla="*/ 5333381 h 6100079"/>
                <a:gd name="GluePoint9X" fmla="*/ 0 w 5217957"/>
                <a:gd name="GluePoint9Y" fmla="*/ 4427327 h 6100079"/>
                <a:gd name="GluePoint10X" fmla="*/ 112056 w 5217957"/>
                <a:gd name="GluePoint10Y" fmla="*/ 4602502 h 6100079"/>
                <a:gd name="GluePoint11X" fmla="*/ 443875 w 5217957"/>
                <a:gd name="GluePoint11Y" fmla="*/ 4989110 h 6100079"/>
                <a:gd name="GluePoint12X" fmla="*/ 1348175 w 5217957"/>
                <a:gd name="GluePoint12Y" fmla="*/ 5488759 h 6100079"/>
                <a:gd name="GluePoint13X" fmla="*/ 2221463 w 5217957"/>
                <a:gd name="GluePoint13Y" fmla="*/ 5461704 h 6100079"/>
                <a:gd name="GluePoint14X" fmla="*/ 3179339 w 5217957"/>
                <a:gd name="GluePoint14Y" fmla="*/ 5003023 h 6100079"/>
                <a:gd name="GluePoint15X" fmla="*/ 3599638 w 5217957"/>
                <a:gd name="GluePoint15Y" fmla="*/ 4775996 h 6100079"/>
                <a:gd name="GluePoint16X" fmla="*/ 4259765 w 5217957"/>
                <a:gd name="GluePoint16Y" fmla="*/ 4374667 h 6100079"/>
                <a:gd name="GluePoint17X" fmla="*/ 4567742 w 5217957"/>
                <a:gd name="GluePoint17Y" fmla="*/ 3883732 h 6100079"/>
                <a:gd name="GluePoint18X" fmla="*/ 4631929 w 5217957"/>
                <a:gd name="GluePoint18Y" fmla="*/ 2833886 h 6100079"/>
                <a:gd name="GluePoint19X" fmla="*/ 4296412 w 5217957"/>
                <a:gd name="GluePoint19Y" fmla="*/ 1874932 h 6100079"/>
                <a:gd name="GluePoint20X" fmla="*/ 2710219 w 5217957"/>
                <a:gd name="GluePoint20Y" fmla="*/ 666410 h 6100079"/>
                <a:gd name="GluePoint21X" fmla="*/ 1732642 w 5217957"/>
                <a:gd name="GluePoint21Y" fmla="*/ 573480 h 6100079"/>
                <a:gd name="GluePoint22X" fmla="*/ 870621 w 5217957"/>
                <a:gd name="GluePoint22Y" fmla="*/ 870402 h 6100079"/>
                <a:gd name="GluePoint23X" fmla="*/ 537555 w 5217957"/>
                <a:gd name="GluePoint23Y" fmla="*/ 1125324 h 6100079"/>
                <a:gd name="GluePoint24X" fmla="*/ 306995 w 5217957"/>
                <a:gd name="GluePoint24Y" fmla="*/ 1493030 h 6100079"/>
                <a:gd name="GluePoint25X" fmla="*/ 23579 w 5217957"/>
                <a:gd name="GluePoint25Y" fmla="*/ 1977465 h 6100079"/>
                <a:gd name="GluePoint26X" fmla="*/ 0 w 5217957"/>
                <a:gd name="GluePoint26Y" fmla="*/ 2014291 h 6100079"/>
                <a:gd name="GluePoint27X" fmla="*/ 0 w 5217957"/>
                <a:gd name="GluePoint27Y" fmla="*/ 915660 h 6100079"/>
                <a:gd name="GluePoint28X" fmla="*/ 58609 w 5217957"/>
                <a:gd name="GluePoint28Y" fmla="*/ 828051 h 6100079"/>
                <a:gd name="GluePoint29X" fmla="*/ 590689 w 5217957"/>
                <a:gd name="GluePoint29Y" fmla="*/ 385385 h 6100079"/>
                <a:gd name="GluePoint30X" fmla="*/ 1951394 w 5217957"/>
                <a:gd name="GluePoint30Y" fmla="*/ 82 h 61000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Lst>
              <a:rect l="textAreaLeft" t="textAreaTop" r="textAreaRight" b="textAreaBottom"/>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rotWithShape="0">
              <a:gsLst>
                <a:gs pos="2000">
                  <a:srgbClr val="ffffff">
                    <a:alpha val="10000"/>
                  </a:srgbClr>
                </a:gs>
                <a:gs pos="16000">
                  <a:srgbClr val="b27d49">
                    <a:alpha val="10000"/>
                  </a:srgbClr>
                </a:gs>
                <a:gs pos="85000">
                  <a:srgbClr val="a5300f">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grpSp>
      <p:sp>
        <p:nvSpPr>
          <p:cNvPr id="73" name="PlaceHolder 1"/>
          <p:cNvSpPr>
            <a:spLocks noGrp="1"/>
          </p:cNvSpPr>
          <p:nvPr>
            <p:ph type="title"/>
          </p:nvPr>
        </p:nvSpPr>
        <p:spPr>
          <a:xfrm>
            <a:off x="640080" y="1243080"/>
            <a:ext cx="3854880" cy="4371120"/>
          </a:xfrm>
          <a:prstGeom prst="rect">
            <a:avLst/>
          </a:prstGeom>
          <a:noFill/>
          <a:ln w="0">
            <a:noFill/>
          </a:ln>
        </p:spPr>
        <p:txBody>
          <a:bodyPr lIns="91440" rIns="91440" tIns="45720" bIns="45720" anchor="ctr">
            <a:normAutofit/>
          </a:bodyPr>
          <a:p>
            <a:pPr indent="0" defTabSz="914400">
              <a:lnSpc>
                <a:spcPct val="90000"/>
              </a:lnSpc>
              <a:buNone/>
              <a:tabLst>
                <a:tab algn="l" pos="0"/>
              </a:tabLst>
            </a:pPr>
            <a:r>
              <a:rPr lang="en-US" sz="3600" b="1" u="none" strike="noStrike">
                <a:solidFill>
                  <a:schemeClr val="dk2"/>
                </a:solidFill>
                <a:effectLst/>
                <a:uFillTx/>
                <a:latin typeface="Aptos Display"/>
              </a:rPr>
              <a:t>Data pipeline for analytics</a:t>
            </a:r>
            <a:br>
              <a:rPr sz="3600"/>
            </a:br>
            <a:endParaRPr lang="en-US" sz="3600" b="0" u="none" strike="noStrike">
              <a:solidFill>
                <a:srgbClr val="000000"/>
              </a:solidFill>
              <a:effectLst/>
              <a:uFillTx/>
              <a:latin typeface="Arial"/>
            </a:endParaRPr>
          </a:p>
        </p:txBody>
      </p:sp>
      <p:sp>
        <p:nvSpPr>
          <p:cNvPr id="74" name="PlaceHolder 2"/>
          <p:cNvSpPr>
            <a:spLocks noGrp="1"/>
          </p:cNvSpPr>
          <p:nvPr>
            <p:ph type="subTitle"/>
          </p:nvPr>
        </p:nvSpPr>
        <p:spPr>
          <a:xfrm>
            <a:off x="6172200" y="804600"/>
            <a:ext cx="5220360" cy="5229720"/>
          </a:xfrm>
          <a:prstGeom prst="rect">
            <a:avLst/>
          </a:prstGeom>
          <a:noFill/>
          <a:ln w="0">
            <a:noFill/>
          </a:ln>
        </p:spPr>
        <p:txBody>
          <a:bodyPr lIns="91440" rIns="91440" tIns="45720" bIns="45720" anchor="ctr">
            <a:normAutofit/>
          </a:bodyPr>
          <a:p>
            <a:pPr indent="0" defTabSz="914400">
              <a:lnSpc>
                <a:spcPct val="90000"/>
              </a:lnSpc>
              <a:spcBef>
                <a:spcPts val="1001"/>
              </a:spcBef>
              <a:buNone/>
              <a:tabLst>
                <a:tab algn="l" pos="0"/>
              </a:tabLst>
            </a:pPr>
            <a:r>
              <a:rPr lang="en-US" sz="1800" b="1" u="none" strike="noStrike">
                <a:solidFill>
                  <a:schemeClr val="dk2"/>
                </a:solidFill>
                <a:effectLst/>
                <a:uFillTx/>
                <a:latin typeface="Aptos"/>
              </a:rPr>
              <a:t>Airflow + Dbt + PostgreSQL + Metabase using Docker</a:t>
            </a:r>
            <a:endParaRPr lang="en-US" sz="1800" b="0" u="none" strike="noStrike">
              <a:solidFill>
                <a:srgbClr val="000000"/>
              </a:solidFill>
              <a:effectLst/>
              <a:uFillTx/>
              <a:latin typeface="Arial"/>
            </a:endParaRPr>
          </a:p>
          <a:p>
            <a:pPr indent="0" defTabSz="914400">
              <a:lnSpc>
                <a:spcPct val="90000"/>
              </a:lnSpc>
              <a:spcBef>
                <a:spcPts val="1001"/>
              </a:spcBef>
              <a:buNone/>
              <a:tabLst>
                <a:tab algn="l" pos="0"/>
              </a:tabLst>
            </a:pPr>
            <a:endParaRPr lang="en-US" sz="1800" b="0" u="none" strike="noStrike">
              <a:solidFill>
                <a:srgbClr val="000000"/>
              </a:solidFill>
              <a:effectLst/>
              <a:uFillTx/>
              <a:latin typeface="Arial"/>
            </a:endParaRPr>
          </a:p>
          <a:p>
            <a:pPr indent="0" defTabSz="914400">
              <a:lnSpc>
                <a:spcPct val="90000"/>
              </a:lnSpc>
              <a:spcBef>
                <a:spcPts val="1001"/>
              </a:spcBef>
              <a:buNone/>
              <a:tabLst>
                <a:tab algn="l" pos="0"/>
              </a:tabLst>
            </a:pPr>
            <a:r>
              <a:rPr lang="en-US" sz="1800" b="0" u="none" strike="noStrike">
                <a:solidFill>
                  <a:schemeClr val="dk2"/>
                </a:solidFill>
                <a:effectLst/>
                <a:uFillTx/>
                <a:latin typeface="Aptos"/>
              </a:rPr>
              <a:t>The proposed architecture is based on a containerized analytics stack orchestrated with Docker, using Apache Airflow for workflow orchestration and scheduling, PostgreSQL as the central analytical data warehouse, dbt for data transformation and modeling following analytics engineering best practices, and Metabase for self-service BI and data visualization.</a:t>
            </a:r>
            <a:endParaRPr lang="en-US" sz="1800" b="0" u="none" strike="noStrike">
              <a:solidFill>
                <a:srgbClr val="000000"/>
              </a:solidFill>
              <a:effectLst/>
              <a:uFillTx/>
              <a:latin typeface="Arial"/>
            </a:endParaRPr>
          </a:p>
          <a:p>
            <a:pPr indent="0" defTabSz="914400">
              <a:lnSpc>
                <a:spcPct val="90000"/>
              </a:lnSpc>
              <a:spcBef>
                <a:spcPts val="1001"/>
              </a:spcBef>
              <a:buNone/>
              <a:tabLst>
                <a:tab algn="l" pos="0"/>
              </a:tabLst>
            </a:pPr>
            <a:endParaRPr lang="en-US" sz="1800" b="0" u="none" strike="noStrike">
              <a:solidFill>
                <a:srgbClr val="000000"/>
              </a:solidFill>
              <a:effectLst/>
              <a:uFillTx/>
              <a:latin typeface="Arial"/>
            </a:endParaRPr>
          </a:p>
          <a:p>
            <a:pPr indent="0" defTabSz="914400">
              <a:lnSpc>
                <a:spcPct val="90000"/>
              </a:lnSpc>
              <a:spcBef>
                <a:spcPts val="1001"/>
              </a:spcBef>
              <a:buNone/>
              <a:tabLst>
                <a:tab algn="l" pos="0"/>
              </a:tabLst>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75" name="Rectangle 7">
            <a:extLst>
              <a:ext uri="{C183D7F6-B498-43B3-948B-1728B52AA6E4}">
                <adec:decorative xmlns:adec="http://schemas.microsoft.com/office/drawing/2017/decorative" val="1"/>
              </a:ext>
            </a:extLst>
          </p:cNvPr>
          <p:cNvSpPr/>
          <p:nvPr/>
        </p:nvSpPr>
        <p:spPr>
          <a:xfrm>
            <a:off x="0" y="0"/>
            <a:ext cx="12191040" cy="68572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sp>
        <p:nvSpPr>
          <p:cNvPr id="76" name="Rectangle 9">
            <a:extLst>
              <a:ext uri="{C183D7F6-B498-43B3-948B-1728B52AA6E4}">
                <adec:decorative xmlns:adec="http://schemas.microsoft.com/office/drawing/2017/decorative" val="1"/>
              </a:ext>
            </a:extLst>
          </p:cNvPr>
          <p:cNvSpPr/>
          <p:nvPr/>
        </p:nvSpPr>
        <p:spPr>
          <a:xfrm>
            <a:off x="360" y="0"/>
            <a:ext cx="12191040" cy="685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800" b="0" u="none" strike="noStrike">
              <a:solidFill>
                <a:schemeClr val="lt1"/>
              </a:solidFill>
              <a:effectLst/>
              <a:uFillTx/>
              <a:latin typeface="Aptos"/>
            </a:endParaRPr>
          </a:p>
        </p:txBody>
      </p:sp>
      <p:grpSp>
        <p:nvGrpSpPr>
          <p:cNvPr id="77" name="Group 11">
            <a:extLst>
              <a:ext uri="{C183D7F6-B498-43B3-948B-1728B52AA6E4}">
                <adec:decorative xmlns:adec="http://schemas.microsoft.com/office/drawing/2017/decorative" val="1"/>
              </a:ext>
            </a:extLst>
          </p:cNvPr>
          <p:cNvGrpSpPr/>
          <p:nvPr/>
        </p:nvGrpSpPr>
        <p:grpSpPr>
          <a:xfrm>
            <a:off x="-21960" y="508680"/>
            <a:ext cx="5217120" cy="6238800"/>
            <a:chOff x="-21960" y="508680"/>
            <a:chExt cx="5217120" cy="6238800"/>
          </a:xfrm>
        </p:grpSpPr>
        <p:sp>
          <p:nvSpPr>
            <p:cNvPr id="78" name="Freeform: Shape 12">
              <a:extLst>
                <a:ext uri="{C183D7F6-B498-43B3-948B-1728B52AA6E4}">
                  <adec:decorative xmlns:adec="http://schemas.microsoft.com/office/drawing/2017/decorative" val="1"/>
                </a:ext>
              </a:extLst>
            </p:cNvPr>
            <p:cNvSpPr/>
            <p:nvPr/>
          </p:nvSpPr>
          <p:spPr>
            <a:xfrm>
              <a:off x="-21960" y="508680"/>
              <a:ext cx="5186520" cy="6238800"/>
            </a:xfrm>
            <a:custGeom>
              <a:avLst/>
              <a:gdLst>
                <a:gd name="textAreaLeft" fmla="*/ 0 w 5186520"/>
                <a:gd name="textAreaRight" fmla="*/ 5187240 w 5186520"/>
                <a:gd name="textAreaTop" fmla="*/ 0 h 6238800"/>
                <a:gd name="textAreaBottom" fmla="*/ 6239520 h 6238800"/>
                <a:gd name="GluePoint1X" fmla="*/ 2011811 w 5187198"/>
                <a:gd name="GluePoint1Y" fmla="*/ 4 h 6239661"/>
                <a:gd name="GluePoint2X" fmla="*/ 2617011 w 5187198"/>
                <a:gd name="GluePoint2Y" fmla="*/ 70590 h 6239661"/>
                <a:gd name="GluePoint3X" fmla="*/ 2690321 w 5187198"/>
                <a:gd name="GluePoint3Y" fmla="*/ 88146 h 6239661"/>
                <a:gd name="GluePoint4X" fmla="*/ 2726863 w 5187198"/>
                <a:gd name="GluePoint4Y" fmla="*/ 97127 h 6239661"/>
                <a:gd name="GluePoint5X" fmla="*/ 2762951 w 5187198"/>
                <a:gd name="GluePoint5Y" fmla="*/ 107375 h 6239661"/>
                <a:gd name="GluePoint6X" fmla="*/ 2834843 w 5187198"/>
                <a:gd name="GluePoint6Y" fmla="*/ 128493 h 6239661"/>
                <a:gd name="GluePoint7X" fmla="*/ 2906574 w 5187198"/>
                <a:gd name="GluePoint7Y" fmla="*/ 151076 h 6239661"/>
                <a:gd name="GluePoint8X" fmla="*/ 3049504 w 5187198"/>
                <a:gd name="GluePoint8Y" fmla="*/ 202124 h 6239661"/>
                <a:gd name="GluePoint9X" fmla="*/ 3189518 w 5187198"/>
                <a:gd name="GluePoint9Y" fmla="*/ 260159 h 6239661"/>
                <a:gd name="GluePoint10X" fmla="*/ 3326048 w 5187198"/>
                <a:gd name="GluePoint10Y" fmla="*/ 325143 h 6239661"/>
                <a:gd name="GluePoint11X" fmla="*/ 3459166 w 5187198"/>
                <a:gd name="GluePoint11Y" fmla="*/ 395936 h 6239661"/>
                <a:gd name="GluePoint12X" fmla="*/ 3588578 w 5187198"/>
                <a:gd name="GluePoint12Y" fmla="*/ 472343 h 6239661"/>
                <a:gd name="GluePoint13X" fmla="*/ 3651864 w 5187198"/>
                <a:gd name="GluePoint13Y" fmla="*/ 512600 h 6239661"/>
                <a:gd name="GluePoint14X" fmla="*/ 3714514 w 5187198"/>
                <a:gd name="GluePoint14Y" fmla="*/ 553499 h 6239661"/>
                <a:gd name="GluePoint15X" fmla="*/ 4181221 w 5187198"/>
                <a:gd name="GluePoint15Y" fmla="*/ 922912 h 6239661"/>
                <a:gd name="GluePoint16X" fmla="*/ 4582963 w 5187198"/>
                <a:gd name="GluePoint16Y" fmla="*/ 1358264 h 6239661"/>
                <a:gd name="GluePoint17X" fmla="*/ 4670721 w 5187198"/>
                <a:gd name="GluePoint17Y" fmla="*/ 1477644 h 6239661"/>
                <a:gd name="GluePoint18X" fmla="*/ 4752378 w 5187198"/>
                <a:gd name="GluePoint18Y" fmla="*/ 1601187 h 6239661"/>
                <a:gd name="GluePoint19X" fmla="*/ 4772168 w 5187198"/>
                <a:gd name="GluePoint19Y" fmla="*/ 1632456 h 6239661"/>
                <a:gd name="GluePoint20X" fmla="*/ 4782117 w 5187198"/>
                <a:gd name="GluePoint20Y" fmla="*/ 1648104 h 6239661"/>
                <a:gd name="GluePoint21X" fmla="*/ 4791381 w 5187198"/>
                <a:gd name="GluePoint21Y" fmla="*/ 1664150 h 6239661"/>
                <a:gd name="GluePoint22X" fmla="*/ 4828190 w 5187198"/>
                <a:gd name="GluePoint22Y" fmla="*/ 1728379 h 6239661"/>
                <a:gd name="GluePoint23X" fmla="*/ 4864832 w 5187198"/>
                <a:gd name="GluePoint23Y" fmla="*/ 1792796 h 6239661"/>
                <a:gd name="GluePoint24X" fmla="*/ 4899201 w 5187198"/>
                <a:gd name="GluePoint24Y" fmla="*/ 1858342 h 6239661"/>
                <a:gd name="GluePoint25X" fmla="*/ 4933266 w 5187198"/>
                <a:gd name="GluePoint25Y" fmla="*/ 1924155 h 6239661"/>
                <a:gd name="GluePoint26X" fmla="*/ 4964403 w 5187198"/>
                <a:gd name="GluePoint26Y" fmla="*/ 1991384 h 6239661"/>
                <a:gd name="GluePoint27X" fmla="*/ 4995019 w 5187198"/>
                <a:gd name="GluePoint27Y" fmla="*/ 2058823 h 6239661"/>
                <a:gd name="GluePoint28X" fmla="*/ 5021999 w 5187198"/>
                <a:gd name="GluePoint28Y" fmla="*/ 2127723 h 6239661"/>
                <a:gd name="GluePoint29X" fmla="*/ 5048321 w 5187198"/>
                <a:gd name="GluePoint29Y" fmla="*/ 2196908 h 6239661"/>
                <a:gd name="GluePoint30X" fmla="*/ 5070546 w 5187198"/>
                <a:gd name="GluePoint30Y" fmla="*/ 2267547 h 6239661"/>
                <a:gd name="GluePoint31X" fmla="*/ 5092171 w 5187198"/>
                <a:gd name="GluePoint31Y" fmla="*/ 2338256 h 6239661"/>
                <a:gd name="GluePoint32X" fmla="*/ 5110305 w 5187198"/>
                <a:gd name="GluePoint32Y" fmla="*/ 2409886 h 6239661"/>
                <a:gd name="GluePoint33X" fmla="*/ 5186393 w 5187198"/>
                <a:gd name="GluePoint33Y" fmla="*/ 2992022 h 6239661"/>
                <a:gd name="GluePoint34X" fmla="*/ 5149045 w 5187198"/>
                <a:gd name="GluePoint34Y" fmla="*/ 3571816 h 6239661"/>
                <a:gd name="GluePoint35X" fmla="*/ 5126572 w 5187198"/>
                <a:gd name="GluePoint35Y" fmla="*/ 3714520 h 6239661"/>
                <a:gd name="GluePoint36X" fmla="*/ 5099067 w 5187198"/>
                <a:gd name="GluePoint36Y" fmla="*/ 3856108 h 6239661"/>
                <a:gd name="GluePoint37X" fmla="*/ 5095699 w 5187198"/>
                <a:gd name="GluePoint37Y" fmla="*/ 3873868 h 6239661"/>
                <a:gd name="GluePoint38X" fmla="*/ 5091573 w 5187198"/>
                <a:gd name="GluePoint38Y" fmla="*/ 3891426 h 6239661"/>
                <a:gd name="GluePoint39X" fmla="*/ 5083324 w 5187198"/>
                <a:gd name="GluePoint39Y" fmla="*/ 3926541 h 6239661"/>
                <a:gd name="GluePoint40X" fmla="*/ 5067256 w 5187198"/>
                <a:gd name="GluePoint40Y" fmla="*/ 3996889 h 6239661"/>
                <a:gd name="GluePoint41X" fmla="*/ 5059194 w 5187198"/>
                <a:gd name="GluePoint41Y" fmla="*/ 4032171 h 6239661"/>
                <a:gd name="GluePoint42X" fmla="*/ 5049522 w 5187198"/>
                <a:gd name="GluePoint42Y" fmla="*/ 4067833 h 6239661"/>
                <a:gd name="GluePoint43X" fmla="*/ 5040067 w 5187198"/>
                <a:gd name="GluePoint43Y" fmla="*/ 4103553 h 6239661"/>
                <a:gd name="GluePoint44X" fmla="*/ 5028960 w 5187198"/>
                <a:gd name="GluePoint44Y" fmla="*/ 4138946 h 6239661"/>
                <a:gd name="GluePoint45X" fmla="*/ 4917351 w 5187198"/>
                <a:gd name="GluePoint45Y" fmla="*/ 4417041 h 6239661"/>
                <a:gd name="GluePoint46X" fmla="*/ 4756163 w 5187198"/>
                <a:gd name="GluePoint46Y" fmla="*/ 4676402 h 6239661"/>
                <a:gd name="GluePoint47X" fmla="*/ 4322493 w 5187198"/>
                <a:gd name="GluePoint47Y" fmla="*/ 5105604 h 6239661"/>
                <a:gd name="GluePoint48X" fmla="*/ 3840510 w 5187198"/>
                <a:gd name="GluePoint48Y" fmla="*/ 5429590 h 6239661"/>
                <a:gd name="GluePoint49X" fmla="*/ 3606447 w 5187198"/>
                <a:gd name="GluePoint49Y" fmla="*/ 5572862 h 6239661"/>
                <a:gd name="GluePoint50X" fmla="*/ 3488814 w 5187198"/>
                <a:gd name="GluePoint50Y" fmla="*/ 5647178 h 6239661"/>
                <a:gd name="GluePoint51X" fmla="*/ 3365864 w 5187198"/>
                <a:gd name="GluePoint51Y" fmla="*/ 5722735 h 6239661"/>
                <a:gd name="GluePoint52X" fmla="*/ 2839486 w 5187198"/>
                <a:gd name="GluePoint52Y" fmla="*/ 5999120 h 6239661"/>
                <a:gd name="GluePoint53X" fmla="*/ 2242423 w 5187198"/>
                <a:gd name="GluePoint53Y" fmla="*/ 6192346 h 6239661"/>
                <a:gd name="GluePoint54X" fmla="*/ 1589380 w 5187198"/>
                <a:gd name="GluePoint54Y" fmla="*/ 6230657 h 6239661"/>
                <a:gd name="GluePoint55X" fmla="*/ 1548244 w 5187198"/>
                <a:gd name="GluePoint55Y" fmla="*/ 6226706 h 6239661"/>
                <a:gd name="GluePoint56X" fmla="*/ 1507348 w 5187198"/>
                <a:gd name="GluePoint56Y" fmla="*/ 6221428 h 6239661"/>
                <a:gd name="GluePoint57X" fmla="*/ 1466401 w 5187198"/>
                <a:gd name="GluePoint57Y" fmla="*/ 6215904 h 6239661"/>
                <a:gd name="GluePoint58X" fmla="*/ 1425773 w 5187198"/>
                <a:gd name="GluePoint58Y" fmla="*/ 6209191 h 6239661"/>
                <a:gd name="GluePoint59X" fmla="*/ 1344960 w 5187198"/>
                <a:gd name="GluePoint59Y" fmla="*/ 6193681 h 6239661"/>
                <a:gd name="GluePoint60X" fmla="*/ 1265007 w 5187198"/>
                <a:gd name="GluePoint60Y" fmla="*/ 6175388 h 6239661"/>
                <a:gd name="GluePoint61X" fmla="*/ 1225415 w 5187198"/>
                <a:gd name="GluePoint61Y" fmla="*/ 6165243 h 6239661"/>
                <a:gd name="GluePoint62X" fmla="*/ 1186567 w 5187198"/>
                <a:gd name="GluePoint62Y" fmla="*/ 6154486 h 6239661"/>
                <a:gd name="GluePoint63X" fmla="*/ 1111158 w 5187198"/>
                <a:gd name="GluePoint63Y" fmla="*/ 6130918 h 6239661"/>
                <a:gd name="GluePoint64X" fmla="*/ 1035915 w 5187198"/>
                <a:gd name="GluePoint64Y" fmla="*/ 6107163 h 6239661"/>
                <a:gd name="GluePoint65X" fmla="*/ 961579 w 5187198"/>
                <a:gd name="GluePoint65Y" fmla="*/ 6079594 h 6239661"/>
                <a:gd name="GluePoint66X" fmla="*/ 395297 w 5187198"/>
                <a:gd name="GluePoint66Y" fmla="*/ 5792812 h 6239661"/>
                <a:gd name="GluePoint67X" fmla="*/ 265239 w 5187198"/>
                <a:gd name="GluePoint67Y" fmla="*/ 5701511 h 6239661"/>
                <a:gd name="GluePoint68X" fmla="*/ 233756 w 5187198"/>
                <a:gd name="GluePoint68Y" fmla="*/ 5677542 h 6239661"/>
                <a:gd name="GluePoint69X" fmla="*/ 202800 w 5187198"/>
                <a:gd name="GluePoint69Y" fmla="*/ 5652902 h 6239661"/>
                <a:gd name="GluePoint70X" fmla="*/ 140918 w 5187198"/>
                <a:gd name="GluePoint70Y" fmla="*/ 5603515 h 6239661"/>
                <a:gd name="GluePoint71X" fmla="*/ 110625 w 5187198"/>
                <a:gd name="GluePoint71Y" fmla="*/ 5578127 h 6239661"/>
                <a:gd name="GluePoint72X" fmla="*/ 95631 w 5187198"/>
                <a:gd name="GluePoint72Y" fmla="*/ 5565299 h 6239661"/>
                <a:gd name="GluePoint73X" fmla="*/ 81966 w 5187198"/>
                <a:gd name="GluePoint73Y" fmla="*/ 5550973 h 6239661"/>
                <a:gd name="GluePoint74X" fmla="*/ 27991 w 5187198"/>
                <a:gd name="GluePoint74Y" fmla="*/ 5493272 h 6239661"/>
                <a:gd name="GluePoint75X" fmla="*/ 1454 w 5187198"/>
                <a:gd name="GluePoint75Y" fmla="*/ 5464252 h 6239661"/>
                <a:gd name="GluePoint76X" fmla="*/ 0 w 5187198"/>
                <a:gd name="GluePoint76Y" fmla="*/ 5462518 h 6239661"/>
                <a:gd name="GluePoint77X" fmla="*/ 0 w 5187198"/>
                <a:gd name="GluePoint77Y" fmla="*/ 4720187 h 6239661"/>
                <a:gd name="GluePoint78X" fmla="*/ 109684 w 5187198"/>
                <a:gd name="GluePoint78Y" fmla="*/ 4836724 h 6239661"/>
                <a:gd name="GluePoint79X" fmla="*/ 306959 w 5187198"/>
                <a:gd name="GluePoint79Y" fmla="*/ 5007200 h 6239661"/>
                <a:gd name="GluePoint80X" fmla="*/ 358101 w 5187198"/>
                <a:gd name="GluePoint80Y" fmla="*/ 5046057 h 6239661"/>
                <a:gd name="GluePoint81X" fmla="*/ 383328 w 5187198"/>
                <a:gd name="GluePoint81Y" fmla="*/ 5065684 h 6239661"/>
                <a:gd name="GluePoint82X" fmla="*/ 409503 w 5187198"/>
                <a:gd name="GluePoint82Y" fmla="*/ 5083942 h 6239661"/>
                <a:gd name="GluePoint83X" fmla="*/ 461889 w 5187198"/>
                <a:gd name="GluePoint83Y" fmla="*/ 5119888 h 6239661"/>
                <a:gd name="GluePoint84X" fmla="*/ 474883 w 5187198"/>
                <a:gd name="GluePoint84Y" fmla="*/ 5128933 h 6239661"/>
                <a:gd name="GluePoint85X" fmla="*/ 486410 w 5187198"/>
                <a:gd name="GluePoint85Y" fmla="*/ 5139557 h 6239661"/>
                <a:gd name="GluePoint86X" fmla="*/ 510852 w 5187198"/>
                <a:gd name="GluePoint86Y" fmla="*/ 5159089 h 6239661"/>
                <a:gd name="GluePoint87X" fmla="*/ 560653 w 5187198"/>
                <a:gd name="GluePoint87Y" fmla="*/ 5196893 h 6239661"/>
                <a:gd name="GluePoint88X" fmla="*/ 585485 w 5187198"/>
                <a:gd name="GluePoint88Y" fmla="*/ 5215834 h 6239661"/>
                <a:gd name="GluePoint89X" fmla="*/ 610707 w 5187198"/>
                <a:gd name="GluePoint89Y" fmla="*/ 5234185 h 6239661"/>
                <a:gd name="GluePoint90X" fmla="*/ 714768 w 5187198"/>
                <a:gd name="GluePoint90Y" fmla="*/ 5303103 h 6239661"/>
                <a:gd name="GluePoint91X" fmla="*/ 1166634 w 5187198"/>
                <a:gd name="GluePoint91Y" fmla="*/ 5513322 h 6239661"/>
                <a:gd name="GluePoint92X" fmla="*/ 1225991 w 5187198"/>
                <a:gd name="GluePoint92Y" fmla="*/ 5533632 h 6239661"/>
                <a:gd name="GluePoint93X" fmla="*/ 1286680 w 5187198"/>
                <a:gd name="GluePoint93Y" fmla="*/ 5550705 h 6239661"/>
                <a:gd name="GluePoint94X" fmla="*/ 1347310 w 5187198"/>
                <a:gd name="GluePoint94Y" fmla="*/ 5567995 h 6239661"/>
                <a:gd name="GluePoint95X" fmla="*/ 1377002 w 5187198"/>
                <a:gd name="GluePoint95Y" fmla="*/ 5575719 h 6239661"/>
                <a:gd name="GluePoint96X" fmla="*/ 1406328 w 5187198"/>
                <a:gd name="GluePoint96Y" fmla="*/ 5582649 h 6239661"/>
                <a:gd name="GluePoint97X" fmla="*/ 1465060 w 5187198"/>
                <a:gd name="GluePoint97Y" fmla="*/ 5594909 h 6239661"/>
                <a:gd name="GluePoint98X" fmla="*/ 1523881 w 5187198"/>
                <a:gd name="GluePoint98Y" fmla="*/ 5605105 h 6239661"/>
                <a:gd name="GluePoint99X" fmla="*/ 1553325 w 5187198"/>
                <a:gd name="GluePoint99Y" fmla="*/ 5609865 h 6239661"/>
                <a:gd name="GluePoint100X" fmla="*/ 1582813 w 5187198"/>
                <a:gd name="GluePoint100Y" fmla="*/ 5613593 h 6239661"/>
                <a:gd name="GluePoint101X" fmla="*/ 1612301 w 5187198"/>
                <a:gd name="GluePoint101Y" fmla="*/ 5617321 h 6239661"/>
                <a:gd name="GluePoint102X" fmla="*/ 1641863 w 5187198"/>
                <a:gd name="GluePoint102Y" fmla="*/ 5619910 h 6239661"/>
                <a:gd name="GluePoint103X" fmla="*/ 2117508 w 5187198"/>
                <a:gd name="GluePoint103Y" fmla="*/ 5595156 h 6239661"/>
                <a:gd name="GluePoint104X" fmla="*/ 2597368 w 5187198"/>
                <a:gd name="GluePoint104Y" fmla="*/ 5447381 h 6239661"/>
                <a:gd name="GluePoint105X" fmla="*/ 3082968 w 5187198"/>
                <a:gd name="GluePoint105Y" fmla="*/ 5223245 h 6239661"/>
                <a:gd name="GluePoint106X" fmla="*/ 3334855 w 5187198"/>
                <a:gd name="GluePoint106Y" fmla="*/ 5097383 h 6239661"/>
                <a:gd name="GluePoint107X" fmla="*/ 3599509 w 5187198"/>
                <a:gd name="GluePoint107Y" fmla="*/ 4976217 h 6239661"/>
                <a:gd name="GluePoint108X" fmla="*/ 4112002 w 5187198"/>
                <a:gd name="GluePoint108Y" fmla="*/ 4766359 h 6239661"/>
                <a:gd name="GluePoint109X" fmla="*/ 4348983 w 5187198"/>
                <a:gd name="GluePoint109Y" fmla="*/ 4649833 h 6239661"/>
                <a:gd name="GluePoint110X" fmla="*/ 4560505 w 5187198"/>
                <a:gd name="GluePoint110Y" fmla="*/ 4501564 h 6239661"/>
                <a:gd name="GluePoint111X" fmla="*/ 4731963 w 5187198"/>
                <a:gd name="GluePoint111Y" fmla="*/ 4309870 h 6239661"/>
                <a:gd name="GluePoint112X" fmla="*/ 4852344 w 5187198"/>
                <a:gd name="GluePoint112Y" fmla="*/ 4078640 h 6239661"/>
                <a:gd name="GluePoint113X" fmla="*/ 4863972 w 5187198"/>
                <a:gd name="GluePoint113Y" fmla="*/ 4047790 h 6239661"/>
                <a:gd name="GluePoint114X" fmla="*/ 4874144 w 5187198"/>
                <a:gd name="GluePoint114Y" fmla="*/ 4016320 h 6239661"/>
                <a:gd name="GluePoint115X" fmla="*/ 4884127 w 5187198"/>
                <a:gd name="GluePoint115Y" fmla="*/ 3984682 h 6239661"/>
                <a:gd name="GluePoint116X" fmla="*/ 4892800 w 5187198"/>
                <a:gd name="GluePoint116Y" fmla="*/ 3951883 h 6239661"/>
                <a:gd name="GluePoint117X" fmla="*/ 4909526 w 5187198"/>
                <a:gd name="GluePoint117Y" fmla="*/ 3886001 h 6239661"/>
                <a:gd name="GluePoint118X" fmla="*/ 4917687 w 5187198"/>
                <a:gd name="GluePoint118Y" fmla="*/ 3852948 h 6239661"/>
                <a:gd name="GluePoint119X" fmla="*/ 4921768 w 5187198"/>
                <a:gd name="GluePoint119Y" fmla="*/ 3836422 h 6239661"/>
                <a:gd name="GluePoint120X" fmla="*/ 4924845 w 5187198"/>
                <a:gd name="GluePoint120Y" fmla="*/ 3819742 h 6239661"/>
                <a:gd name="GluePoint121X" fmla="*/ 4948230 w 5187198"/>
                <a:gd name="GluePoint121Y" fmla="*/ 3685744 h 6239661"/>
                <a:gd name="GluePoint122X" fmla="*/ 4962782 w 5187198"/>
                <a:gd name="GluePoint122Y" fmla="*/ 3550540 h 6239661"/>
                <a:gd name="GluePoint123X" fmla="*/ 4939468 w 5187198"/>
                <a:gd name="GluePoint123Y" fmla="*/ 3010249 h 6239661"/>
                <a:gd name="GluePoint124X" fmla="*/ 4816901 w 5187198"/>
                <a:gd name="GluePoint124Y" fmla="*/ 2488224 h 6239661"/>
                <a:gd name="GluePoint125X" fmla="*/ 4797005 w 5187198"/>
                <a:gd name="GluePoint125Y" fmla="*/ 2424470 h 6239661"/>
                <a:gd name="GluePoint126X" fmla="*/ 4774433 w 5187198"/>
                <a:gd name="GluePoint126Y" fmla="*/ 2361620 h 6239661"/>
                <a:gd name="GluePoint127X" fmla="*/ 4752459 w 5187198"/>
                <a:gd name="GluePoint127Y" fmla="*/ 2298700 h 6239661"/>
                <a:gd name="GluePoint128X" fmla="*/ 4728083 w 5187198"/>
                <a:gd name="GluePoint128Y" fmla="*/ 2236526 h 6239661"/>
                <a:gd name="GluePoint129X" fmla="*/ 4704471 w 5187198"/>
                <a:gd name="GluePoint129Y" fmla="*/ 2174095 h 6239661"/>
                <a:gd name="GluePoint130X" fmla="*/ 4678399 w 5187198"/>
                <a:gd name="GluePoint130Y" fmla="*/ 2112626 h 6239661"/>
                <a:gd name="GluePoint131X" fmla="*/ 4652601 w 5187198"/>
                <a:gd name="GluePoint131Y" fmla="*/ 2050999 h 6239661"/>
                <a:gd name="GluePoint132X" fmla="*/ 4624205 w 5187198"/>
                <a:gd name="GluePoint132Y" fmla="*/ 1990415 h 6239661"/>
                <a:gd name="GluePoint133X" fmla="*/ 4595398 w 5187198"/>
                <a:gd name="GluePoint133Y" fmla="*/ 1930069 h 6239661"/>
                <a:gd name="GluePoint134X" fmla="*/ 4563827 w 5187198"/>
                <a:gd name="GluePoint134Y" fmla="*/ 1870952 h 6239661"/>
                <a:gd name="GluePoint135X" fmla="*/ 4531433 w 5187198"/>
                <a:gd name="GluePoint135Y" fmla="*/ 1812311 h 6239661"/>
                <a:gd name="GluePoint136X" fmla="*/ 4523315 w 5187198"/>
                <a:gd name="GluePoint136Y" fmla="*/ 1797616 h 6239661"/>
                <a:gd name="GluePoint137X" fmla="*/ 4514482 w 5187198"/>
                <a:gd name="GluePoint137Y" fmla="*/ 1783425 h 6239661"/>
                <a:gd name="GluePoint138X" fmla="*/ 4496845 w 5187198"/>
                <a:gd name="GluePoint138Y" fmla="*/ 1754936 h 6239661"/>
                <a:gd name="GluePoint139X" fmla="*/ 4461463 w 5187198"/>
                <a:gd name="GluePoint139Y" fmla="*/ 1697929 h 6239661"/>
                <a:gd name="GluePoint140X" fmla="*/ 4452660 w 5187198"/>
                <a:gd name="GluePoint140Y" fmla="*/ 1683629 h 6239661"/>
                <a:gd name="GluePoint141X" fmla="*/ 4443141 w 5187198"/>
                <a:gd name="GluePoint141Y" fmla="*/ 1669834 h 6239661"/>
                <a:gd name="GluePoint142X" fmla="*/ 4424241 w 5187198"/>
                <a:gd name="GluePoint142Y" fmla="*/ 1642166 h 6239661"/>
                <a:gd name="GluePoint143X" fmla="*/ 4346886 w 5187198"/>
                <a:gd name="GluePoint143Y" fmla="*/ 1532412 h 6239661"/>
                <a:gd name="GluePoint144X" fmla="*/ 3985497 w 5187198"/>
                <a:gd name="GluePoint144Y" fmla="*/ 1134649 h 6239661"/>
                <a:gd name="GluePoint145X" fmla="*/ 3545665 w 5187198"/>
                <a:gd name="GluePoint145Y" fmla="*/ 825877 h 6239661"/>
                <a:gd name="GluePoint146X" fmla="*/ 3486190 w 5187198"/>
                <a:gd name="GluePoint146Y" fmla="*/ 794756 h 6239661"/>
                <a:gd name="GluePoint147X" fmla="*/ 3426182 w 5187198"/>
                <a:gd name="GluePoint147Y" fmla="*/ 764765 h 6239661"/>
                <a:gd name="GluePoint148X" fmla="*/ 3365044 w 5187198"/>
                <a:gd name="GluePoint148Y" fmla="*/ 737255 h 6239661"/>
                <a:gd name="GluePoint149X" fmla="*/ 3334529 w 5187198"/>
                <a:gd name="GluePoint149Y" fmla="*/ 723514 h 6239661"/>
                <a:gd name="GluePoint150X" fmla="*/ 3303733 w 5187198"/>
                <a:gd name="GluePoint150Y" fmla="*/ 710395 h 6239661"/>
                <a:gd name="GluePoint151X" fmla="*/ 3179033 w 5187198"/>
                <a:gd name="GluePoint151Y" fmla="*/ 662259 h 6239661"/>
                <a:gd name="GluePoint152X" fmla="*/ 3052408 w 5187198"/>
                <a:gd name="GluePoint152Y" fmla="*/ 620447 h 6239661"/>
                <a:gd name="GluePoint153X" fmla="*/ 2924325 w 5187198"/>
                <a:gd name="GluePoint153Y" fmla="*/ 584505 h 6239661"/>
                <a:gd name="GluePoint154X" fmla="*/ 2859667 w 5187198"/>
                <a:gd name="GluePoint154Y" fmla="*/ 569266 h 6239661"/>
                <a:gd name="GluePoint155X" fmla="*/ 2795226 w 5187198"/>
                <a:gd name="GluePoint155Y" fmla="*/ 554085 h 6239661"/>
                <a:gd name="GluePoint156X" fmla="*/ 2729702 w 5187198"/>
                <a:gd name="GluePoint156Y" fmla="*/ 540354 h 6239661"/>
                <a:gd name="GluePoint157X" fmla="*/ 2663758 w 5187198"/>
                <a:gd name="GluePoint157Y" fmla="*/ 527322 h 6239661"/>
                <a:gd name="GluePoint158X" fmla="*/ 2630927 w 5187198"/>
                <a:gd name="GluePoint158Y" fmla="*/ 520495 h 6239661"/>
                <a:gd name="GluePoint159X" fmla="*/ 2597965 w 5187198"/>
                <a:gd name="GluePoint159Y" fmla="*/ 515024 h 6239661"/>
                <a:gd name="GluePoint160X" fmla="*/ 2532205 w 5187198"/>
                <a:gd name="GluePoint160Y" fmla="*/ 503895 h 6239661"/>
                <a:gd name="GluePoint161X" fmla="*/ 2010064 w 5187198"/>
                <a:gd name="GluePoint161Y" fmla="*/ 452552 h 6239661"/>
                <a:gd name="GluePoint162X" fmla="*/ 1494552 w 5187198"/>
                <a:gd name="GluePoint162Y" fmla="*/ 485055 h 6239661"/>
                <a:gd name="GluePoint163X" fmla="*/ 1366896 w 5187198"/>
                <a:gd name="GluePoint163Y" fmla="*/ 509389 h 6239661"/>
                <a:gd name="GluePoint164X" fmla="*/ 1240175 w 5187198"/>
                <a:gd name="GluePoint164Y" fmla="*/ 541045 h 6239661"/>
                <a:gd name="GluePoint165X" fmla="*/ 1177438 w 5187198"/>
                <a:gd name="GluePoint165Y" fmla="*/ 560170 h 6239661"/>
                <a:gd name="GluePoint166X" fmla="*/ 1145987 w 5187198"/>
                <a:gd name="GluePoint166Y" fmla="*/ 569826 h 6239661"/>
                <a:gd name="GluePoint167X" fmla="*/ 1130315 w 5187198"/>
                <a:gd name="GluePoint167Y" fmla="*/ 574669 h 6239661"/>
                <a:gd name="GluePoint168X" fmla="*/ 1114873 w 5187198"/>
                <a:gd name="GluePoint168Y" fmla="*/ 580384 h 6239661"/>
                <a:gd name="GluePoint169X" fmla="*/ 1052839 w 5187198"/>
                <a:gd name="GluePoint169Y" fmla="*/ 602943 h 6239661"/>
                <a:gd name="GluePoint170X" fmla="*/ 991135 w 5187198"/>
                <a:gd name="GluePoint170Y" fmla="*/ 626866 h 6239661"/>
                <a:gd name="GluePoint171X" fmla="*/ 930179 w 5187198"/>
                <a:gd name="GluePoint171Y" fmla="*/ 653191 h 6239661"/>
                <a:gd name="GluePoint172X" fmla="*/ 869768 w 5187198"/>
                <a:gd name="GluePoint172Y" fmla="*/ 680937 h 6239661"/>
                <a:gd name="GluePoint173X" fmla="*/ 810085 w 5187198"/>
                <a:gd name="GluePoint173Y" fmla="*/ 710734 h 6239661"/>
                <a:gd name="GluePoint174X" fmla="*/ 751220 w 5187198"/>
                <a:gd name="GluePoint174Y" fmla="*/ 741794 h 6239661"/>
                <a:gd name="GluePoint175X" fmla="*/ 532669 w 5187198"/>
                <a:gd name="GluePoint175Y" fmla="*/ 881688 h 6239661"/>
                <a:gd name="GluePoint176X" fmla="*/ 354185 w 5187198"/>
                <a:gd name="GluePoint176Y" fmla="*/ 1050286 h 6239661"/>
                <a:gd name="GluePoint177X" fmla="*/ 315980 w 5187198"/>
                <a:gd name="GluePoint177Y" fmla="*/ 1098125 h 6239661"/>
                <a:gd name="GluePoint178X" fmla="*/ 280345 w 5187198"/>
                <a:gd name="GluePoint178Y" fmla="*/ 1149782 h 6239661"/>
                <a:gd name="GluePoint179X" fmla="*/ 245890 w 5187198"/>
                <a:gd name="GluePoint179Y" fmla="*/ 1203959 h 6239661"/>
                <a:gd name="GluePoint180X" fmla="*/ 212162 w 5187198"/>
                <a:gd name="GluePoint180Y" fmla="*/ 1260184 h 6239661"/>
                <a:gd name="GluePoint181X" fmla="*/ 80716 w 5187198"/>
                <a:gd name="GluePoint181Y" fmla="*/ 1502476 h 6239661"/>
                <a:gd name="GluePoint182X" fmla="*/ 0 w 5187198"/>
                <a:gd name="GluePoint182Y" fmla="*/ 1648841 h 6239661"/>
                <a:gd name="GluePoint183X" fmla="*/ 0 w 5187198"/>
                <a:gd name="GluePoint183Y" fmla="*/ 954863 h 6239661"/>
                <a:gd name="GluePoint184X" fmla="*/ 43491 w 5187198"/>
                <a:gd name="GluePoint184Y" fmla="*/ 895513 h 6239661"/>
                <a:gd name="GluePoint185X" fmla="*/ 93923 w 5187198"/>
                <a:gd name="GluePoint185Y" fmla="*/ 834489 h 6239661"/>
                <a:gd name="GluePoint186X" fmla="*/ 323465 w 5187198"/>
                <a:gd name="GluePoint186Y" fmla="*/ 617671 h 6239661"/>
                <a:gd name="GluePoint187X" fmla="*/ 574777 w 5187198"/>
                <a:gd name="GluePoint187Y" fmla="*/ 446794 h 6239661"/>
                <a:gd name="GluePoint188X" fmla="*/ 638943 w 5187198"/>
                <a:gd name="GluePoint188Y" fmla="*/ 408925 h 6239661"/>
                <a:gd name="GluePoint189X" fmla="*/ 703505 w 5187198"/>
                <a:gd name="GluePoint189Y" fmla="*/ 371742 h 6239661"/>
                <a:gd name="GluePoint190X" fmla="*/ 769262 w 5187198"/>
                <a:gd name="GluePoint190Y" fmla="*/ 336154 h 6239661"/>
                <a:gd name="GluePoint191X" fmla="*/ 835552 w 5187198"/>
                <a:gd name="GluePoint191Y" fmla="*/ 301173 h 6239661"/>
                <a:gd name="GluePoint192X" fmla="*/ 902979 w 5187198"/>
                <a:gd name="GluePoint192Y" fmla="*/ 268004 h 6239661"/>
                <a:gd name="GluePoint193X" fmla="*/ 971127 w 5187198"/>
                <a:gd name="GluePoint193Y" fmla="*/ 235607 h 6239661"/>
                <a:gd name="GluePoint194X" fmla="*/ 988238 w 5187198"/>
                <a:gd name="GluePoint194Y" fmla="*/ 227556 h 6239661"/>
                <a:gd name="GluePoint195X" fmla="*/ 1005744 w 5187198"/>
                <a:gd name="GluePoint195Y" fmla="*/ 220191 h 6239661"/>
                <a:gd name="GluePoint196X" fmla="*/ 1040729 w 5187198"/>
                <a:gd name="GluePoint196Y" fmla="*/ 205569 h 6239661"/>
                <a:gd name="GluePoint197X" fmla="*/ 1110835 w 5187198"/>
                <a:gd name="GluePoint197Y" fmla="*/ 176248 h 6239661"/>
                <a:gd name="GluePoint198X" fmla="*/ 1254256 w 5187198"/>
                <a:gd name="GluePoint198Y" fmla="*/ 123796 h 6239661"/>
                <a:gd name="GluePoint199X" fmla="*/ 1401310 w 5187198"/>
                <a:gd name="GluePoint199Y" fmla="*/ 79852 h 6239661"/>
                <a:gd name="GluePoint200X" fmla="*/ 2011811 w 5187198"/>
                <a:gd name="GluePoint200Y" fmla="*/ 4 h 62396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 ang="0">
                  <a:pos x="GluePoint48X" y="GluePoint48Y"/>
                </a:cxn>
                <a:cxn ang="0">
                  <a:pos x="GluePoint49X" y="GluePoint49Y"/>
                </a:cxn>
                <a:cxn ang="0">
                  <a:pos x="GluePoint50X" y="GluePoint50Y"/>
                </a:cxn>
                <a:cxn ang="0">
                  <a:pos x="GluePoint51X" y="GluePoint51Y"/>
                </a:cxn>
                <a:cxn ang="0">
                  <a:pos x="GluePoint52X" y="GluePoint52Y"/>
                </a:cxn>
                <a:cxn ang="0">
                  <a:pos x="GluePoint53X" y="GluePoint53Y"/>
                </a:cxn>
                <a:cxn ang="0">
                  <a:pos x="GluePoint54X" y="GluePoint54Y"/>
                </a:cxn>
                <a:cxn ang="0">
                  <a:pos x="GluePoint55X" y="GluePoint55Y"/>
                </a:cxn>
                <a:cxn ang="0">
                  <a:pos x="GluePoint56X" y="GluePoint56Y"/>
                </a:cxn>
                <a:cxn ang="0">
                  <a:pos x="GluePoint57X" y="GluePoint57Y"/>
                </a:cxn>
                <a:cxn ang="0">
                  <a:pos x="GluePoint58X" y="GluePoint58Y"/>
                </a:cxn>
                <a:cxn ang="0">
                  <a:pos x="GluePoint59X" y="GluePoint59Y"/>
                </a:cxn>
                <a:cxn ang="0">
                  <a:pos x="GluePoint60X" y="GluePoint60Y"/>
                </a:cxn>
                <a:cxn ang="0">
                  <a:pos x="GluePoint61X" y="GluePoint61Y"/>
                </a:cxn>
                <a:cxn ang="0">
                  <a:pos x="GluePoint62X" y="GluePoint62Y"/>
                </a:cxn>
                <a:cxn ang="0">
                  <a:pos x="GluePoint63X" y="GluePoint63Y"/>
                </a:cxn>
                <a:cxn ang="0">
                  <a:pos x="GluePoint64X" y="GluePoint64Y"/>
                </a:cxn>
                <a:cxn ang="0">
                  <a:pos x="GluePoint65X" y="GluePoint65Y"/>
                </a:cxn>
                <a:cxn ang="0">
                  <a:pos x="GluePoint66X" y="GluePoint66Y"/>
                </a:cxn>
                <a:cxn ang="0">
                  <a:pos x="GluePoint67X" y="GluePoint67Y"/>
                </a:cxn>
                <a:cxn ang="0">
                  <a:pos x="GluePoint68X" y="GluePoint68Y"/>
                </a:cxn>
                <a:cxn ang="0">
                  <a:pos x="GluePoint69X" y="GluePoint69Y"/>
                </a:cxn>
                <a:cxn ang="0">
                  <a:pos x="GluePoint70X" y="GluePoint70Y"/>
                </a:cxn>
                <a:cxn ang="0">
                  <a:pos x="GluePoint71X" y="GluePoint71Y"/>
                </a:cxn>
                <a:cxn ang="0">
                  <a:pos x="GluePoint72X" y="GluePoint72Y"/>
                </a:cxn>
                <a:cxn ang="0">
                  <a:pos x="GluePoint73X" y="GluePoint73Y"/>
                </a:cxn>
                <a:cxn ang="0">
                  <a:pos x="GluePoint74X" y="GluePoint74Y"/>
                </a:cxn>
                <a:cxn ang="0">
                  <a:pos x="GluePoint75X" y="GluePoint75Y"/>
                </a:cxn>
                <a:cxn ang="0">
                  <a:pos x="GluePoint76X" y="GluePoint76Y"/>
                </a:cxn>
                <a:cxn ang="0">
                  <a:pos x="GluePoint77X" y="GluePoint77Y"/>
                </a:cxn>
                <a:cxn ang="0">
                  <a:pos x="GluePoint78X" y="GluePoint78Y"/>
                </a:cxn>
                <a:cxn ang="0">
                  <a:pos x="GluePoint79X" y="GluePoint79Y"/>
                </a:cxn>
                <a:cxn ang="0">
                  <a:pos x="GluePoint80X" y="GluePoint80Y"/>
                </a:cxn>
                <a:cxn ang="0">
                  <a:pos x="GluePoint81X" y="GluePoint81Y"/>
                </a:cxn>
                <a:cxn ang="0">
                  <a:pos x="GluePoint82X" y="GluePoint82Y"/>
                </a:cxn>
                <a:cxn ang="0">
                  <a:pos x="GluePoint83X" y="GluePoint83Y"/>
                </a:cxn>
                <a:cxn ang="0">
                  <a:pos x="GluePoint84X" y="GluePoint84Y"/>
                </a:cxn>
                <a:cxn ang="0">
                  <a:pos x="GluePoint85X" y="GluePoint85Y"/>
                </a:cxn>
                <a:cxn ang="0">
                  <a:pos x="GluePoint86X" y="GluePoint86Y"/>
                </a:cxn>
                <a:cxn ang="0">
                  <a:pos x="GluePoint87X" y="GluePoint87Y"/>
                </a:cxn>
                <a:cxn ang="0">
                  <a:pos x="GluePoint88X" y="GluePoint88Y"/>
                </a:cxn>
                <a:cxn ang="0">
                  <a:pos x="GluePoint89X" y="GluePoint89Y"/>
                </a:cxn>
                <a:cxn ang="0">
                  <a:pos x="GluePoint90X" y="GluePoint90Y"/>
                </a:cxn>
                <a:cxn ang="0">
                  <a:pos x="GluePoint91X" y="GluePoint91Y"/>
                </a:cxn>
                <a:cxn ang="0">
                  <a:pos x="GluePoint92X" y="GluePoint92Y"/>
                </a:cxn>
                <a:cxn ang="0">
                  <a:pos x="GluePoint93X" y="GluePoint93Y"/>
                </a:cxn>
                <a:cxn ang="0">
                  <a:pos x="GluePoint94X" y="GluePoint94Y"/>
                </a:cxn>
                <a:cxn ang="0">
                  <a:pos x="GluePoint95X" y="GluePoint95Y"/>
                </a:cxn>
                <a:cxn ang="0">
                  <a:pos x="GluePoint96X" y="GluePoint96Y"/>
                </a:cxn>
                <a:cxn ang="0">
                  <a:pos x="GluePoint97X" y="GluePoint97Y"/>
                </a:cxn>
                <a:cxn ang="0">
                  <a:pos x="GluePoint98X" y="GluePoint98Y"/>
                </a:cxn>
                <a:cxn ang="0">
                  <a:pos x="GluePoint99X" y="GluePoint99Y"/>
                </a:cxn>
                <a:cxn ang="0">
                  <a:pos x="GluePoint100X" y="GluePoint100Y"/>
                </a:cxn>
                <a:cxn ang="0">
                  <a:pos x="GluePoint101X" y="GluePoint101Y"/>
                </a:cxn>
                <a:cxn ang="0">
                  <a:pos x="GluePoint102X" y="GluePoint102Y"/>
                </a:cxn>
                <a:cxn ang="0">
                  <a:pos x="GluePoint103X" y="GluePoint103Y"/>
                </a:cxn>
                <a:cxn ang="0">
                  <a:pos x="GluePoint104X" y="GluePoint104Y"/>
                </a:cxn>
                <a:cxn ang="0">
                  <a:pos x="GluePoint105X" y="GluePoint105Y"/>
                </a:cxn>
                <a:cxn ang="0">
                  <a:pos x="GluePoint106X" y="GluePoint106Y"/>
                </a:cxn>
                <a:cxn ang="0">
                  <a:pos x="GluePoint107X" y="GluePoint107Y"/>
                </a:cxn>
                <a:cxn ang="0">
                  <a:pos x="GluePoint108X" y="GluePoint108Y"/>
                </a:cxn>
                <a:cxn ang="0">
                  <a:pos x="GluePoint109X" y="GluePoint109Y"/>
                </a:cxn>
                <a:cxn ang="0">
                  <a:pos x="GluePoint110X" y="GluePoint110Y"/>
                </a:cxn>
                <a:cxn ang="0">
                  <a:pos x="GluePoint111X" y="GluePoint111Y"/>
                </a:cxn>
                <a:cxn ang="0">
                  <a:pos x="GluePoint112X" y="GluePoint112Y"/>
                </a:cxn>
                <a:cxn ang="0">
                  <a:pos x="GluePoint113X" y="GluePoint113Y"/>
                </a:cxn>
                <a:cxn ang="0">
                  <a:pos x="GluePoint114X" y="GluePoint114Y"/>
                </a:cxn>
                <a:cxn ang="0">
                  <a:pos x="GluePoint115X" y="GluePoint115Y"/>
                </a:cxn>
                <a:cxn ang="0">
                  <a:pos x="GluePoint116X" y="GluePoint116Y"/>
                </a:cxn>
                <a:cxn ang="0">
                  <a:pos x="GluePoint117X" y="GluePoint117Y"/>
                </a:cxn>
                <a:cxn ang="0">
                  <a:pos x="GluePoint118X" y="GluePoint118Y"/>
                </a:cxn>
                <a:cxn ang="0">
                  <a:pos x="GluePoint119X" y="GluePoint119Y"/>
                </a:cxn>
                <a:cxn ang="0">
                  <a:pos x="GluePoint120X" y="GluePoint120Y"/>
                </a:cxn>
                <a:cxn ang="0">
                  <a:pos x="GluePoint121X" y="GluePoint121Y"/>
                </a:cxn>
                <a:cxn ang="0">
                  <a:pos x="GluePoint122X" y="GluePoint122Y"/>
                </a:cxn>
                <a:cxn ang="0">
                  <a:pos x="GluePoint123X" y="GluePoint123Y"/>
                </a:cxn>
                <a:cxn ang="0">
                  <a:pos x="GluePoint124X" y="GluePoint124Y"/>
                </a:cxn>
                <a:cxn ang="0">
                  <a:pos x="GluePoint125X" y="GluePoint125Y"/>
                </a:cxn>
                <a:cxn ang="0">
                  <a:pos x="GluePoint126X" y="GluePoint126Y"/>
                </a:cxn>
                <a:cxn ang="0">
                  <a:pos x="GluePoint127X" y="GluePoint127Y"/>
                </a:cxn>
                <a:cxn ang="0">
                  <a:pos x="GluePoint128X" y="GluePoint128Y"/>
                </a:cxn>
                <a:cxn ang="0">
                  <a:pos x="GluePoint129X" y="GluePoint129Y"/>
                </a:cxn>
                <a:cxn ang="0">
                  <a:pos x="GluePoint130X" y="GluePoint130Y"/>
                </a:cxn>
                <a:cxn ang="0">
                  <a:pos x="GluePoint131X" y="GluePoint131Y"/>
                </a:cxn>
                <a:cxn ang="0">
                  <a:pos x="GluePoint132X" y="GluePoint132Y"/>
                </a:cxn>
                <a:cxn ang="0">
                  <a:pos x="GluePoint133X" y="GluePoint133Y"/>
                </a:cxn>
                <a:cxn ang="0">
                  <a:pos x="GluePoint134X" y="GluePoint134Y"/>
                </a:cxn>
                <a:cxn ang="0">
                  <a:pos x="GluePoint135X" y="GluePoint135Y"/>
                </a:cxn>
                <a:cxn ang="0">
                  <a:pos x="GluePoint136X" y="GluePoint136Y"/>
                </a:cxn>
                <a:cxn ang="0">
                  <a:pos x="GluePoint137X" y="GluePoint137Y"/>
                </a:cxn>
                <a:cxn ang="0">
                  <a:pos x="GluePoint138X" y="GluePoint138Y"/>
                </a:cxn>
                <a:cxn ang="0">
                  <a:pos x="GluePoint139X" y="GluePoint139Y"/>
                </a:cxn>
                <a:cxn ang="0">
                  <a:pos x="GluePoint140X" y="GluePoint140Y"/>
                </a:cxn>
                <a:cxn ang="0">
                  <a:pos x="GluePoint141X" y="GluePoint141Y"/>
                </a:cxn>
                <a:cxn ang="0">
                  <a:pos x="GluePoint142X" y="GluePoint142Y"/>
                </a:cxn>
                <a:cxn ang="0">
                  <a:pos x="GluePoint143X" y="GluePoint143Y"/>
                </a:cxn>
                <a:cxn ang="0">
                  <a:pos x="GluePoint144X" y="GluePoint144Y"/>
                </a:cxn>
                <a:cxn ang="0">
                  <a:pos x="GluePoint145X" y="GluePoint145Y"/>
                </a:cxn>
                <a:cxn ang="0">
                  <a:pos x="GluePoint146X" y="GluePoint146Y"/>
                </a:cxn>
                <a:cxn ang="0">
                  <a:pos x="GluePoint147X" y="GluePoint147Y"/>
                </a:cxn>
                <a:cxn ang="0">
                  <a:pos x="GluePoint148X" y="GluePoint148Y"/>
                </a:cxn>
                <a:cxn ang="0">
                  <a:pos x="GluePoint149X" y="GluePoint149Y"/>
                </a:cxn>
                <a:cxn ang="0">
                  <a:pos x="GluePoint150X" y="GluePoint150Y"/>
                </a:cxn>
                <a:cxn ang="0">
                  <a:pos x="GluePoint151X" y="GluePoint151Y"/>
                </a:cxn>
                <a:cxn ang="0">
                  <a:pos x="GluePoint152X" y="GluePoint152Y"/>
                </a:cxn>
                <a:cxn ang="0">
                  <a:pos x="GluePoint153X" y="GluePoint153Y"/>
                </a:cxn>
                <a:cxn ang="0">
                  <a:pos x="GluePoint154X" y="GluePoint154Y"/>
                </a:cxn>
                <a:cxn ang="0">
                  <a:pos x="GluePoint155X" y="GluePoint155Y"/>
                </a:cxn>
                <a:cxn ang="0">
                  <a:pos x="GluePoint156X" y="GluePoint156Y"/>
                </a:cxn>
                <a:cxn ang="0">
                  <a:pos x="GluePoint157X" y="GluePoint157Y"/>
                </a:cxn>
                <a:cxn ang="0">
                  <a:pos x="GluePoint158X" y="GluePoint158Y"/>
                </a:cxn>
                <a:cxn ang="0">
                  <a:pos x="GluePoint159X" y="GluePoint159Y"/>
                </a:cxn>
                <a:cxn ang="0">
                  <a:pos x="GluePoint160X" y="GluePoint160Y"/>
                </a:cxn>
                <a:cxn ang="0">
                  <a:pos x="GluePoint161X" y="GluePoint161Y"/>
                </a:cxn>
                <a:cxn ang="0">
                  <a:pos x="GluePoint162X" y="GluePoint162Y"/>
                </a:cxn>
                <a:cxn ang="0">
                  <a:pos x="GluePoint163X" y="GluePoint163Y"/>
                </a:cxn>
                <a:cxn ang="0">
                  <a:pos x="GluePoint164X" y="GluePoint164Y"/>
                </a:cxn>
                <a:cxn ang="0">
                  <a:pos x="GluePoint165X" y="GluePoint165Y"/>
                </a:cxn>
                <a:cxn ang="0">
                  <a:pos x="GluePoint166X" y="GluePoint166Y"/>
                </a:cxn>
                <a:cxn ang="0">
                  <a:pos x="GluePoint167X" y="GluePoint167Y"/>
                </a:cxn>
                <a:cxn ang="0">
                  <a:pos x="GluePoint168X" y="GluePoint168Y"/>
                </a:cxn>
                <a:cxn ang="0">
                  <a:pos x="GluePoint169X" y="GluePoint169Y"/>
                </a:cxn>
                <a:cxn ang="0">
                  <a:pos x="GluePoint170X" y="GluePoint170Y"/>
                </a:cxn>
                <a:cxn ang="0">
                  <a:pos x="GluePoint171X" y="GluePoint171Y"/>
                </a:cxn>
                <a:cxn ang="0">
                  <a:pos x="GluePoint172X" y="GluePoint172Y"/>
                </a:cxn>
                <a:cxn ang="0">
                  <a:pos x="GluePoint173X" y="GluePoint173Y"/>
                </a:cxn>
                <a:cxn ang="0">
                  <a:pos x="GluePoint174X" y="GluePoint174Y"/>
                </a:cxn>
                <a:cxn ang="0">
                  <a:pos x="GluePoint175X" y="GluePoint175Y"/>
                </a:cxn>
                <a:cxn ang="0">
                  <a:pos x="GluePoint176X" y="GluePoint176Y"/>
                </a:cxn>
                <a:cxn ang="0">
                  <a:pos x="GluePoint177X" y="GluePoint177Y"/>
                </a:cxn>
                <a:cxn ang="0">
                  <a:pos x="GluePoint178X" y="GluePoint178Y"/>
                </a:cxn>
                <a:cxn ang="0">
                  <a:pos x="GluePoint179X" y="GluePoint179Y"/>
                </a:cxn>
                <a:cxn ang="0">
                  <a:pos x="GluePoint180X" y="GluePoint180Y"/>
                </a:cxn>
                <a:cxn ang="0">
                  <a:pos x="GluePoint181X" y="GluePoint181Y"/>
                </a:cxn>
                <a:cxn ang="0">
                  <a:pos x="GluePoint182X" y="GluePoint182Y"/>
                </a:cxn>
                <a:cxn ang="0">
                  <a:pos x="GluePoint183X" y="GluePoint183Y"/>
                </a:cxn>
                <a:cxn ang="0">
                  <a:pos x="GluePoint184X" y="GluePoint184Y"/>
                </a:cxn>
                <a:cxn ang="0">
                  <a:pos x="GluePoint185X" y="GluePoint185Y"/>
                </a:cxn>
                <a:cxn ang="0">
                  <a:pos x="GluePoint186X" y="GluePoint186Y"/>
                </a:cxn>
                <a:cxn ang="0">
                  <a:pos x="GluePoint187X" y="GluePoint187Y"/>
                </a:cxn>
                <a:cxn ang="0">
                  <a:pos x="GluePoint188X" y="GluePoint188Y"/>
                </a:cxn>
                <a:cxn ang="0">
                  <a:pos x="GluePoint189X" y="GluePoint189Y"/>
                </a:cxn>
                <a:cxn ang="0">
                  <a:pos x="GluePoint190X" y="GluePoint190Y"/>
                </a:cxn>
                <a:cxn ang="0">
                  <a:pos x="GluePoint191X" y="GluePoint191Y"/>
                </a:cxn>
                <a:cxn ang="0">
                  <a:pos x="GluePoint192X" y="GluePoint192Y"/>
                </a:cxn>
                <a:cxn ang="0">
                  <a:pos x="GluePoint193X" y="GluePoint193Y"/>
                </a:cxn>
                <a:cxn ang="0">
                  <a:pos x="GluePoint194X" y="GluePoint194Y"/>
                </a:cxn>
                <a:cxn ang="0">
                  <a:pos x="GluePoint195X" y="GluePoint195Y"/>
                </a:cxn>
                <a:cxn ang="0">
                  <a:pos x="GluePoint196X" y="GluePoint196Y"/>
                </a:cxn>
                <a:cxn ang="0">
                  <a:pos x="GluePoint197X" y="GluePoint197Y"/>
                </a:cxn>
                <a:cxn ang="0">
                  <a:pos x="GluePoint198X" y="GluePoint198Y"/>
                </a:cxn>
                <a:cxn ang="0">
                  <a:pos x="GluePoint199X" y="GluePoint199Y"/>
                </a:cxn>
                <a:cxn ang="0">
                  <a:pos x="GluePoint200X" y="GluePoint200Y"/>
                </a:cxn>
              </a:cxnLst>
              <a:rect l="textAreaLeft" t="textAreaTop" r="textAreaRight" b="textAreaBottom"/>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rotWithShape="0">
              <a:gsLst>
                <a:gs pos="2000">
                  <a:srgbClr val="ffffff">
                    <a:alpha val="10000"/>
                  </a:srgbClr>
                </a:gs>
                <a:gs pos="16000">
                  <a:srgbClr val="b27d49">
                    <a:alpha val="10000"/>
                  </a:srgbClr>
                </a:gs>
                <a:gs pos="85000">
                  <a:srgbClr val="a5300f">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sp>
          <p:nvSpPr>
            <p:cNvPr id="79" name="Freeform: Shape 13">
              <a:extLst>
                <a:ext uri="{C183D7F6-B498-43B3-948B-1728B52AA6E4}">
                  <adec:decorative xmlns:adec="http://schemas.microsoft.com/office/drawing/2017/decorative" val="1"/>
                </a:ext>
              </a:extLst>
            </p:cNvPr>
            <p:cNvSpPr/>
            <p:nvPr/>
          </p:nvSpPr>
          <p:spPr>
            <a:xfrm>
              <a:off x="-21960" y="555120"/>
              <a:ext cx="5214960" cy="6106680"/>
            </a:xfrm>
            <a:custGeom>
              <a:avLst/>
              <a:gdLst>
                <a:gd name="textAreaLeft" fmla="*/ 0 w 5214960"/>
                <a:gd name="textAreaRight" fmla="*/ 5215680 w 5214960"/>
                <a:gd name="textAreaTop" fmla="*/ 0 h 6106680"/>
                <a:gd name="textAreaBottom" fmla="*/ 6107400 h 6106680"/>
                <a:gd name="GluePoint1X" fmla="*/ 1869139 w 5215811"/>
                <a:gd name="GluePoint1Y" fmla="*/ 9 h 6107388"/>
                <a:gd name="GluePoint2X" fmla="*/ 2791149 w 5215811"/>
                <a:gd name="GluePoint2Y" fmla="*/ 130229 h 6107388"/>
                <a:gd name="GluePoint3X" fmla="*/ 4760307 w 5215811"/>
                <a:gd name="GluePoint3Y" fmla="*/ 1608408 h 6107388"/>
                <a:gd name="GluePoint4X" fmla="*/ 5108574 w 5215811"/>
                <a:gd name="GluePoint4Y" fmla="*/ 4050383 h 6107388"/>
                <a:gd name="GluePoint5X" fmla="*/ 3434916 w 5215811"/>
                <a:gd name="GluePoint5Y" fmla="*/ 5503134 h 6107388"/>
                <a:gd name="GluePoint6X" fmla="*/ 1137841 w 5215811"/>
                <a:gd name="GluePoint6Y" fmla="*/ 6033968 h 6107388"/>
                <a:gd name="GluePoint7X" fmla="*/ 217555 w 5215811"/>
                <a:gd name="GluePoint7Y" fmla="*/ 5598945 h 6107388"/>
                <a:gd name="GluePoint8X" fmla="*/ 0 w 5215811"/>
                <a:gd name="GluePoint8Y" fmla="*/ 5419622 h 6107388"/>
                <a:gd name="GluePoint9X" fmla="*/ 0 w 5215811"/>
                <a:gd name="GluePoint9Y" fmla="*/ 4571683 h 6107388"/>
                <a:gd name="GluePoint10X" fmla="*/ 18056 w 5215811"/>
                <a:gd name="GluePoint10Y" fmla="*/ 4599282 h 6107388"/>
                <a:gd name="GluePoint11X" fmla="*/ 358324 w 5215811"/>
                <a:gd name="GluePoint11Y" fmla="*/ 4988154 h 6107388"/>
                <a:gd name="GluePoint12X" fmla="*/ 1282741 w 5215811"/>
                <a:gd name="GluePoint12Y" fmla="*/ 5493193 h 6107388"/>
                <a:gd name="GluePoint13X" fmla="*/ 2172794 w 5215811"/>
                <a:gd name="GluePoint13Y" fmla="*/ 5470630 h 6107388"/>
                <a:gd name="GluePoint14X" fmla="*/ 3146893 w 5215811"/>
                <a:gd name="GluePoint14Y" fmla="*/ 5016296 h 6107388"/>
                <a:gd name="GluePoint15X" fmla="*/ 3574114 w 5215811"/>
                <a:gd name="GluePoint15Y" fmla="*/ 4791124 h 6107388"/>
                <a:gd name="GluePoint16X" fmla="*/ 4244948 w 5215811"/>
                <a:gd name="GluePoint16Y" fmla="*/ 4392664 h 6107388"/>
                <a:gd name="GluePoint17X" fmla="*/ 4556385 w 5215811"/>
                <a:gd name="GluePoint17Y" fmla="*/ 3902656 h 6107388"/>
                <a:gd name="GluePoint18X" fmla="*/ 4616354 w 5215811"/>
                <a:gd name="GluePoint18Y" fmla="*/ 2851680 h 6107388"/>
                <a:gd name="GluePoint19X" fmla="*/ 4269266 w 5215811"/>
                <a:gd name="GluePoint19Y" fmla="*/ 1889625 h 6107388"/>
                <a:gd name="GluePoint20X" fmla="*/ 2645976 w 5215811"/>
                <a:gd name="GluePoint20Y" fmla="*/ 671162 h 6107388"/>
                <a:gd name="GluePoint21X" fmla="*/ 1648930 w 5215811"/>
                <a:gd name="GluePoint21Y" fmla="*/ 573017 h 6107388"/>
                <a:gd name="GluePoint22X" fmla="*/ 771768 w 5215811"/>
                <a:gd name="GluePoint22Y" fmla="*/ 865882 h 6107388"/>
                <a:gd name="GluePoint23X" fmla="*/ 433617 w 5215811"/>
                <a:gd name="GluePoint23Y" fmla="*/ 1119441 h 6107388"/>
                <a:gd name="GluePoint24X" fmla="*/ 200571 w 5215811"/>
                <a:gd name="GluePoint24Y" fmla="*/ 1486480 h 6107388"/>
                <a:gd name="GluePoint25X" fmla="*/ 47077 w 5215811"/>
                <a:gd name="GluePoint25Y" fmla="*/ 1753604 h 6107388"/>
                <a:gd name="GluePoint26X" fmla="*/ 0 w 5215811"/>
                <a:gd name="GluePoint26Y" fmla="*/ 1831655 h 6107388"/>
                <a:gd name="GluePoint27X" fmla="*/ 0 w 5215811"/>
                <a:gd name="GluePoint27Y" fmla="*/ 751112 h 6107388"/>
                <a:gd name="GluePoint28X" fmla="*/ 6994 w 5215811"/>
                <a:gd name="GluePoint28Y" fmla="*/ 742614 h 6107388"/>
                <a:gd name="GluePoint29X" fmla="*/ 484047 w 5215811"/>
                <a:gd name="GluePoint29Y" fmla="*/ 378777 h 6107388"/>
                <a:gd name="GluePoint30X" fmla="*/ 1869139 w 5215811"/>
                <a:gd name="GluePoint30Y" fmla="*/ 9 h 61073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Lst>
              <a:rect l="textAreaLeft" t="textAreaTop" r="textAreaRight" b="textAreaBottom"/>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rotWithShape="0">
              <a:gsLst>
                <a:gs pos="2000">
                  <a:srgbClr val="ffffff">
                    <a:alpha val="10000"/>
                  </a:srgbClr>
                </a:gs>
                <a:gs pos="16000">
                  <a:srgbClr val="b27d49">
                    <a:alpha val="10000"/>
                  </a:srgbClr>
                </a:gs>
                <a:gs pos="85000">
                  <a:srgbClr val="a5300f">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sp>
          <p:nvSpPr>
            <p:cNvPr id="80" name="Freeform: Shape 14">
              <a:extLst>
                <a:ext uri="{C183D7F6-B498-43B3-948B-1728B52AA6E4}">
                  <adec:decorative xmlns:adec="http://schemas.microsoft.com/office/drawing/2017/decorative" val="1"/>
                </a:ext>
              </a:extLst>
            </p:cNvPr>
            <p:cNvSpPr/>
            <p:nvPr/>
          </p:nvSpPr>
          <p:spPr>
            <a:xfrm>
              <a:off x="-21960" y="577080"/>
              <a:ext cx="5217120" cy="6099480"/>
            </a:xfrm>
            <a:custGeom>
              <a:avLst/>
              <a:gdLst>
                <a:gd name="textAreaLeft" fmla="*/ 0 w 5217120"/>
                <a:gd name="textAreaRight" fmla="*/ 5217840 w 5217120"/>
                <a:gd name="textAreaTop" fmla="*/ 0 h 6099480"/>
                <a:gd name="textAreaBottom" fmla="*/ 6100200 h 6099480"/>
                <a:gd name="GluePoint1X" fmla="*/ 1951393 w 5217956"/>
                <a:gd name="GluePoint1Y" fmla="*/ 82 h 6100079"/>
                <a:gd name="GluePoint2X" fmla="*/ 2855177 w 5217956"/>
                <a:gd name="GluePoint2Y" fmla="*/ 125419 h 6100079"/>
                <a:gd name="GluePoint3X" fmla="*/ 4779341 w 5217956"/>
                <a:gd name="GluePoint3Y" fmla="*/ 1591542 h 6100079"/>
                <a:gd name="GluePoint4X" fmla="*/ 5108573 w 5217956"/>
                <a:gd name="GluePoint4Y" fmla="*/ 4028416 h 6100079"/>
                <a:gd name="GluePoint5X" fmla="*/ 3459358 w 5217956"/>
                <a:gd name="GluePoint5Y" fmla="*/ 5487716 h 6100079"/>
                <a:gd name="GluePoint6X" fmla="*/ 1203274 w 5217956"/>
                <a:gd name="GluePoint6Y" fmla="*/ 6029534 h 6100079"/>
                <a:gd name="GluePoint7X" fmla="*/ 59920 w 5217956"/>
                <a:gd name="GluePoint7Y" fmla="*/ 5396467 h 6100079"/>
                <a:gd name="GluePoint8X" fmla="*/ 0 w 5217956"/>
                <a:gd name="GluePoint8Y" fmla="*/ 5333382 h 6100079"/>
                <a:gd name="GluePoint9X" fmla="*/ 0 w 5217956"/>
                <a:gd name="GluePoint9Y" fmla="*/ 4205833 h 6100079"/>
                <a:gd name="GluePoint10X" fmla="*/ 58036 w 5217956"/>
                <a:gd name="GluePoint10Y" fmla="*/ 4310048 h 6100079"/>
                <a:gd name="GluePoint11X" fmla="*/ 520779 w 5217956"/>
                <a:gd name="GluePoint11Y" fmla="*/ 4907591 h 6100079"/>
                <a:gd name="GluePoint12X" fmla="*/ 1377154 w 5217956"/>
                <a:gd name="GluePoint12Y" fmla="*/ 5380604 h 6100079"/>
                <a:gd name="GluePoint13X" fmla="*/ 3123340 w 5217956"/>
                <a:gd name="GluePoint13Y" fmla="*/ 4905715 h 6100079"/>
                <a:gd name="GluePoint14X" fmla="*/ 3547863 w 5217956"/>
                <a:gd name="GluePoint14Y" fmla="*/ 4676342 h 6100079"/>
                <a:gd name="GluePoint15X" fmla="*/ 4186753 w 5217956"/>
                <a:gd name="GluePoint15Y" fmla="*/ 4289376 h 6100079"/>
                <a:gd name="GluePoint16X" fmla="*/ 4459565 w 5217956"/>
                <a:gd name="GluePoint16Y" fmla="*/ 3854399 h 6100079"/>
                <a:gd name="GluePoint17X" fmla="*/ 4521015 w 5217956"/>
                <a:gd name="GluePoint17Y" fmla="*/ 2849377 h 6100079"/>
                <a:gd name="GluePoint18X" fmla="*/ 4199723 w 5217956"/>
                <a:gd name="GluePoint18Y" fmla="*/ 1931213 h 6100079"/>
                <a:gd name="GluePoint19X" fmla="*/ 2681217 w 5217956"/>
                <a:gd name="GluePoint19Y" fmla="*/ 774211 h 6100079"/>
                <a:gd name="GluePoint20X" fmla="*/ 926547 w 5217956"/>
                <a:gd name="GluePoint20Y" fmla="*/ 967112 h 6100079"/>
                <a:gd name="GluePoint21X" fmla="*/ 622677 w 5217956"/>
                <a:gd name="GluePoint21Y" fmla="*/ 1197863 h 6100079"/>
                <a:gd name="GluePoint22X" fmla="*/ 404892 w 5217956"/>
                <a:gd name="GluePoint22Y" fmla="*/ 1547314 h 6100079"/>
                <a:gd name="GluePoint23X" fmla="*/ 40135 w 5217956"/>
                <a:gd name="GluePoint23Y" fmla="*/ 2159090 h 6100079"/>
                <a:gd name="GluePoint24X" fmla="*/ 0 w 5217956"/>
                <a:gd name="GluePoint24Y" fmla="*/ 2219367 h 6100079"/>
                <a:gd name="GluePoint25X" fmla="*/ 0 w 5217956"/>
                <a:gd name="GluePoint25Y" fmla="*/ 915659 h 6100079"/>
                <a:gd name="GluePoint26X" fmla="*/ 58609 w 5217956"/>
                <a:gd name="GluePoint26Y" fmla="*/ 828051 h 6100079"/>
                <a:gd name="GluePoint27X" fmla="*/ 590688 w 5217956"/>
                <a:gd name="GluePoint27Y" fmla="*/ 385385 h 6100079"/>
                <a:gd name="GluePoint28X" fmla="*/ 1951393 w 5217956"/>
                <a:gd name="GluePoint28Y" fmla="*/ 82 h 61000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Lst>
              <a:rect l="textAreaLeft" t="textAreaTop" r="textAreaRight" b="textAreaBottom"/>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rotWithShape="0">
              <a:gsLst>
                <a:gs pos="2000">
                  <a:srgbClr val="ffffff">
                    <a:alpha val="10000"/>
                  </a:srgbClr>
                </a:gs>
                <a:gs pos="16000">
                  <a:srgbClr val="b27d49">
                    <a:alpha val="10000"/>
                  </a:srgbClr>
                </a:gs>
                <a:gs pos="85000">
                  <a:srgbClr val="a5300f">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sp>
          <p:nvSpPr>
            <p:cNvPr id="81" name="Freeform: Shape 15">
              <a:extLst>
                <a:ext uri="{C183D7F6-B498-43B3-948B-1728B52AA6E4}">
                  <adec:decorative xmlns:adec="http://schemas.microsoft.com/office/drawing/2017/decorative" val="1"/>
                </a:ext>
              </a:extLst>
            </p:cNvPr>
            <p:cNvSpPr/>
            <p:nvPr/>
          </p:nvSpPr>
          <p:spPr>
            <a:xfrm>
              <a:off x="-21960" y="577080"/>
              <a:ext cx="5217120" cy="6099480"/>
            </a:xfrm>
            <a:custGeom>
              <a:avLst/>
              <a:gdLst>
                <a:gd name="textAreaLeft" fmla="*/ 0 w 5217120"/>
                <a:gd name="textAreaRight" fmla="*/ 5217840 w 5217120"/>
                <a:gd name="textAreaTop" fmla="*/ 0 h 6099480"/>
                <a:gd name="textAreaBottom" fmla="*/ 6100200 h 6099480"/>
                <a:gd name="GluePoint1X" fmla="*/ 1951394 w 5217957"/>
                <a:gd name="GluePoint1Y" fmla="*/ 82 h 6100079"/>
                <a:gd name="GluePoint2X" fmla="*/ 2855178 w 5217957"/>
                <a:gd name="GluePoint2Y" fmla="*/ 125419 h 6100079"/>
                <a:gd name="GluePoint3X" fmla="*/ 4779341 w 5217957"/>
                <a:gd name="GluePoint3Y" fmla="*/ 1591542 h 6100079"/>
                <a:gd name="GluePoint4X" fmla="*/ 5108574 w 5217957"/>
                <a:gd name="GluePoint4Y" fmla="*/ 4028416 h 6100079"/>
                <a:gd name="GluePoint5X" fmla="*/ 3459359 w 5217957"/>
                <a:gd name="GluePoint5Y" fmla="*/ 5487716 h 6100079"/>
                <a:gd name="GluePoint6X" fmla="*/ 1203275 w 5217957"/>
                <a:gd name="GluePoint6Y" fmla="*/ 6029534 h 6100079"/>
                <a:gd name="GluePoint7X" fmla="*/ 59921 w 5217957"/>
                <a:gd name="GluePoint7Y" fmla="*/ 5396467 h 6100079"/>
                <a:gd name="GluePoint8X" fmla="*/ 0 w 5217957"/>
                <a:gd name="GluePoint8Y" fmla="*/ 5333381 h 6100079"/>
                <a:gd name="GluePoint9X" fmla="*/ 0 w 5217957"/>
                <a:gd name="GluePoint9Y" fmla="*/ 4427327 h 6100079"/>
                <a:gd name="GluePoint10X" fmla="*/ 112056 w 5217957"/>
                <a:gd name="GluePoint10Y" fmla="*/ 4602502 h 6100079"/>
                <a:gd name="GluePoint11X" fmla="*/ 443875 w 5217957"/>
                <a:gd name="GluePoint11Y" fmla="*/ 4989110 h 6100079"/>
                <a:gd name="GluePoint12X" fmla="*/ 1348175 w 5217957"/>
                <a:gd name="GluePoint12Y" fmla="*/ 5488759 h 6100079"/>
                <a:gd name="GluePoint13X" fmla="*/ 2221463 w 5217957"/>
                <a:gd name="GluePoint13Y" fmla="*/ 5461704 h 6100079"/>
                <a:gd name="GluePoint14X" fmla="*/ 3179339 w 5217957"/>
                <a:gd name="GluePoint14Y" fmla="*/ 5003023 h 6100079"/>
                <a:gd name="GluePoint15X" fmla="*/ 3599638 w 5217957"/>
                <a:gd name="GluePoint15Y" fmla="*/ 4775996 h 6100079"/>
                <a:gd name="GluePoint16X" fmla="*/ 4259765 w 5217957"/>
                <a:gd name="GluePoint16Y" fmla="*/ 4374667 h 6100079"/>
                <a:gd name="GluePoint17X" fmla="*/ 4567742 w 5217957"/>
                <a:gd name="GluePoint17Y" fmla="*/ 3883732 h 6100079"/>
                <a:gd name="GluePoint18X" fmla="*/ 4631929 w 5217957"/>
                <a:gd name="GluePoint18Y" fmla="*/ 2833886 h 6100079"/>
                <a:gd name="GluePoint19X" fmla="*/ 4296412 w 5217957"/>
                <a:gd name="GluePoint19Y" fmla="*/ 1874932 h 6100079"/>
                <a:gd name="GluePoint20X" fmla="*/ 2710219 w 5217957"/>
                <a:gd name="GluePoint20Y" fmla="*/ 666410 h 6100079"/>
                <a:gd name="GluePoint21X" fmla="*/ 1732642 w 5217957"/>
                <a:gd name="GluePoint21Y" fmla="*/ 573480 h 6100079"/>
                <a:gd name="GluePoint22X" fmla="*/ 870621 w 5217957"/>
                <a:gd name="GluePoint22Y" fmla="*/ 870402 h 6100079"/>
                <a:gd name="GluePoint23X" fmla="*/ 537555 w 5217957"/>
                <a:gd name="GluePoint23Y" fmla="*/ 1125324 h 6100079"/>
                <a:gd name="GluePoint24X" fmla="*/ 306995 w 5217957"/>
                <a:gd name="GluePoint24Y" fmla="*/ 1493030 h 6100079"/>
                <a:gd name="GluePoint25X" fmla="*/ 23579 w 5217957"/>
                <a:gd name="GluePoint25Y" fmla="*/ 1977465 h 6100079"/>
                <a:gd name="GluePoint26X" fmla="*/ 0 w 5217957"/>
                <a:gd name="GluePoint26Y" fmla="*/ 2014291 h 6100079"/>
                <a:gd name="GluePoint27X" fmla="*/ 0 w 5217957"/>
                <a:gd name="GluePoint27Y" fmla="*/ 915660 h 6100079"/>
                <a:gd name="GluePoint28X" fmla="*/ 58609 w 5217957"/>
                <a:gd name="GluePoint28Y" fmla="*/ 828051 h 6100079"/>
                <a:gd name="GluePoint29X" fmla="*/ 590689 w 5217957"/>
                <a:gd name="GluePoint29Y" fmla="*/ 385385 h 6100079"/>
                <a:gd name="GluePoint30X" fmla="*/ 1951394 w 5217957"/>
                <a:gd name="GluePoint30Y" fmla="*/ 82 h 61000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Lst>
              <a:rect l="textAreaLeft" t="textAreaTop" r="textAreaRight" b="textAreaBottom"/>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rotWithShape="0">
              <a:gsLst>
                <a:gs pos="2000">
                  <a:srgbClr val="ffffff">
                    <a:alpha val="10000"/>
                  </a:srgbClr>
                </a:gs>
                <a:gs pos="16000">
                  <a:srgbClr val="b27d49">
                    <a:alpha val="10000"/>
                  </a:srgbClr>
                </a:gs>
                <a:gs pos="85000">
                  <a:srgbClr val="a5300f">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grpSp>
      <p:sp>
        <p:nvSpPr>
          <p:cNvPr id="82" name="PlaceHolder 1"/>
          <p:cNvSpPr>
            <a:spLocks noGrp="1"/>
          </p:cNvSpPr>
          <p:nvPr>
            <p:ph type="title"/>
          </p:nvPr>
        </p:nvSpPr>
        <p:spPr>
          <a:xfrm>
            <a:off x="640080" y="1243080"/>
            <a:ext cx="3854880" cy="4371120"/>
          </a:xfrm>
          <a:prstGeom prst="rect">
            <a:avLst/>
          </a:prstGeom>
          <a:noFill/>
          <a:ln w="0">
            <a:noFill/>
          </a:ln>
        </p:spPr>
        <p:txBody>
          <a:bodyPr lIns="91440" rIns="91440" tIns="45720" bIns="45720" anchor="ctr">
            <a:normAutofit/>
          </a:bodyPr>
          <a:p>
            <a:pPr indent="0" defTabSz="914400">
              <a:lnSpc>
                <a:spcPct val="90000"/>
              </a:lnSpc>
              <a:buNone/>
              <a:tabLst>
                <a:tab algn="l" pos="0"/>
              </a:tabLst>
            </a:pPr>
            <a:r>
              <a:rPr lang="en-US" sz="3600" b="1" u="none" strike="noStrike">
                <a:solidFill>
                  <a:schemeClr val="dk2"/>
                </a:solidFill>
                <a:effectLst/>
                <a:uFillTx/>
                <a:latin typeface="Aptos Display"/>
              </a:rPr>
              <a:t>Architecture Overview</a:t>
            </a:r>
            <a:br>
              <a:rPr sz="3600"/>
            </a:br>
            <a:endParaRPr lang="en-US" sz="3600" b="0" u="none" strike="noStrike">
              <a:solidFill>
                <a:srgbClr val="000000"/>
              </a:solidFill>
              <a:effectLst/>
              <a:uFillTx/>
              <a:latin typeface="Arial"/>
            </a:endParaRPr>
          </a:p>
        </p:txBody>
      </p:sp>
      <p:sp>
        <p:nvSpPr>
          <p:cNvPr id="83" name="PlaceHolder 2"/>
          <p:cNvSpPr>
            <a:spLocks noGrp="1"/>
          </p:cNvSpPr>
          <p:nvPr>
            <p:ph/>
          </p:nvPr>
        </p:nvSpPr>
        <p:spPr>
          <a:xfrm>
            <a:off x="6629400" y="457200"/>
            <a:ext cx="5220360" cy="5229720"/>
          </a:xfrm>
          <a:prstGeom prst="rect">
            <a:avLst/>
          </a:prstGeom>
          <a:noFill/>
          <a:ln w="0">
            <a:noFill/>
          </a:ln>
        </p:spPr>
        <p:txBody>
          <a:bodyPr lIns="91440" rIns="91440" tIns="45720" bIns="45720" anchor="ctr">
            <a:normAutofit/>
          </a:bodyPr>
          <a:p>
            <a:pPr marL="228600" indent="-228600" defTabSz="914400">
              <a:lnSpc>
                <a:spcPct val="90000"/>
              </a:lnSpc>
              <a:spcBef>
                <a:spcPts val="1001"/>
              </a:spcBef>
              <a:buClr>
                <a:srgbClr val="323232"/>
              </a:buClr>
              <a:buFont typeface="Arial"/>
              <a:buChar char="•"/>
            </a:pPr>
            <a:r>
              <a:rPr lang="en-US" sz="1800" b="0" u="none" strike="noStrike">
                <a:solidFill>
                  <a:schemeClr val="dk2"/>
                </a:solidFill>
                <a:effectLst/>
                <a:uFillTx/>
                <a:latin typeface="Aptos"/>
              </a:rPr>
              <a:t>CSV Files - Source</a:t>
            </a:r>
            <a:endParaRPr lang="en-US" sz="1800" b="0" u="none" strike="noStrike">
              <a:solidFill>
                <a:srgbClr val="000000"/>
              </a:solidFill>
              <a:effectLst/>
              <a:uFillTx/>
              <a:latin typeface="Arial"/>
            </a:endParaRPr>
          </a:p>
          <a:p>
            <a:pPr marL="228600" indent="-228600" defTabSz="914400">
              <a:lnSpc>
                <a:spcPct val="90000"/>
              </a:lnSpc>
              <a:spcBef>
                <a:spcPts val="1001"/>
              </a:spcBef>
              <a:buClr>
                <a:srgbClr val="323232"/>
              </a:buClr>
              <a:buFont typeface="Arial"/>
              <a:buChar char="•"/>
            </a:pPr>
            <a:r>
              <a:rPr lang="en-US" sz="1800" b="0" u="none" strike="noStrike">
                <a:solidFill>
                  <a:schemeClr val="dk2"/>
                </a:solidFill>
                <a:effectLst/>
                <a:uFillTx/>
                <a:latin typeface="Aptos"/>
              </a:rPr>
              <a:t>Apache Airflow – Orchestrator</a:t>
            </a:r>
            <a:endParaRPr lang="en-US" sz="1800" b="0" u="none" strike="noStrike">
              <a:solidFill>
                <a:srgbClr val="000000"/>
              </a:solidFill>
              <a:effectLst/>
              <a:uFillTx/>
              <a:latin typeface="Arial"/>
            </a:endParaRPr>
          </a:p>
          <a:p>
            <a:pPr marL="228600" indent="-228600" defTabSz="914400">
              <a:lnSpc>
                <a:spcPct val="90000"/>
              </a:lnSpc>
              <a:spcBef>
                <a:spcPts val="1001"/>
              </a:spcBef>
              <a:buClr>
                <a:srgbClr val="323232"/>
              </a:buClr>
              <a:buFont typeface="Arial"/>
              <a:buChar char="•"/>
            </a:pPr>
            <a:r>
              <a:rPr lang="en-US" sz="1800" b="0" u="none" strike="noStrike">
                <a:solidFill>
                  <a:schemeClr val="dk2"/>
                </a:solidFill>
                <a:effectLst/>
                <a:uFillTx/>
                <a:latin typeface="Aptos"/>
              </a:rPr>
              <a:t>Python – Data Ingestion</a:t>
            </a:r>
            <a:endParaRPr lang="en-US" sz="1800" b="0" u="none" strike="noStrike">
              <a:solidFill>
                <a:srgbClr val="000000"/>
              </a:solidFill>
              <a:effectLst/>
              <a:uFillTx/>
              <a:latin typeface="Arial"/>
            </a:endParaRPr>
          </a:p>
          <a:p>
            <a:pPr marL="228600" indent="-228600" defTabSz="914400">
              <a:lnSpc>
                <a:spcPct val="90000"/>
              </a:lnSpc>
              <a:spcBef>
                <a:spcPts val="1001"/>
              </a:spcBef>
              <a:buClr>
                <a:srgbClr val="323232"/>
              </a:buClr>
              <a:buFont typeface="Arial"/>
              <a:buChar char="•"/>
            </a:pPr>
            <a:r>
              <a:rPr lang="en-US" sz="1800" b="0" u="none" strike="noStrike">
                <a:solidFill>
                  <a:schemeClr val="dk2"/>
                </a:solidFill>
                <a:effectLst/>
                <a:uFillTx/>
                <a:latin typeface="Aptos"/>
              </a:rPr>
              <a:t>PostgreSQL – Data Warehouse</a:t>
            </a:r>
            <a:endParaRPr lang="en-US" sz="1800" b="0" u="none" strike="noStrike">
              <a:solidFill>
                <a:srgbClr val="000000"/>
              </a:solidFill>
              <a:effectLst/>
              <a:uFillTx/>
              <a:latin typeface="Arial"/>
            </a:endParaRPr>
          </a:p>
          <a:p>
            <a:pPr marL="228600" indent="-228600" defTabSz="914400">
              <a:lnSpc>
                <a:spcPct val="90000"/>
              </a:lnSpc>
              <a:spcBef>
                <a:spcPts val="1001"/>
              </a:spcBef>
              <a:buClr>
                <a:srgbClr val="323232"/>
              </a:buClr>
              <a:buFont typeface="Arial"/>
              <a:buChar char="•"/>
            </a:pPr>
            <a:r>
              <a:rPr lang="en-US" sz="1800" b="0" u="none" strike="noStrike">
                <a:solidFill>
                  <a:schemeClr val="dk2"/>
                </a:solidFill>
                <a:effectLst/>
                <a:uFillTx/>
                <a:latin typeface="Aptos"/>
              </a:rPr>
              <a:t>DBT – Semantic Layer</a:t>
            </a:r>
            <a:endParaRPr lang="en-US" sz="1800" b="0" u="none" strike="noStrike">
              <a:solidFill>
                <a:srgbClr val="000000"/>
              </a:solidFill>
              <a:effectLst/>
              <a:uFillTx/>
              <a:latin typeface="Arial"/>
            </a:endParaRPr>
          </a:p>
          <a:p>
            <a:pPr marL="228600" indent="-228600" defTabSz="914400">
              <a:lnSpc>
                <a:spcPct val="90000"/>
              </a:lnSpc>
              <a:spcBef>
                <a:spcPts val="1001"/>
              </a:spcBef>
              <a:buClr>
                <a:srgbClr val="323232"/>
              </a:buClr>
              <a:buFont typeface="Arial"/>
              <a:buChar char="•"/>
            </a:pPr>
            <a:r>
              <a:rPr lang="en-US" sz="1800" b="0" u="none" strike="noStrike">
                <a:solidFill>
                  <a:schemeClr val="dk2"/>
                </a:solidFill>
                <a:effectLst/>
                <a:uFillTx/>
                <a:latin typeface="Aptos"/>
              </a:rPr>
              <a:t>Metabase – DataViz and Sandbox</a:t>
            </a:r>
            <a:endParaRPr lang="en-US" sz="1800" b="0" u="none" strike="noStrike">
              <a:solidFill>
                <a:srgbClr val="000000"/>
              </a:solidFill>
              <a:effectLst/>
              <a:uFillTx/>
              <a:latin typeface="Arial"/>
            </a:endParaRPr>
          </a:p>
          <a:p>
            <a:pPr marL="228600" indent="-228600" defTabSz="914400">
              <a:lnSpc>
                <a:spcPct val="90000"/>
              </a:lnSpc>
              <a:spcBef>
                <a:spcPts val="1001"/>
              </a:spcBef>
              <a:buClr>
                <a:srgbClr val="323232"/>
              </a:buClr>
              <a:buFont typeface="Arial"/>
              <a:buChar char="•"/>
            </a:pPr>
            <a:r>
              <a:rPr lang="en-US" sz="1800" b="0" u="none" strike="noStrike">
                <a:solidFill>
                  <a:schemeClr val="dk2"/>
                </a:solidFill>
                <a:effectLst/>
                <a:uFillTx/>
                <a:latin typeface="Aptos"/>
              </a:rPr>
              <a:t>Infraestructure as Code – Docker</a:t>
            </a:r>
            <a:endParaRPr lang="en-US" sz="1800" b="0" u="none" strike="noStrike">
              <a:solidFill>
                <a:srgbClr val="000000"/>
              </a:solidFill>
              <a:effectLst/>
              <a:uFillTx/>
              <a:latin typeface="Arial"/>
            </a:endParaRPr>
          </a:p>
          <a:p>
            <a:pPr indent="0" defTabSz="914400">
              <a:lnSpc>
                <a:spcPct val="90000"/>
              </a:lnSpc>
              <a:spcBef>
                <a:spcPts val="1001"/>
              </a:spcBef>
              <a:buNone/>
              <a:tabLst>
                <a:tab algn="l" pos="0"/>
              </a:tabLst>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84" name="Rectangle 8">
            <a:extLst>
              <a:ext uri="{C183D7F6-B498-43B3-948B-1728B52AA6E4}">
                <adec:decorative xmlns:adec="http://schemas.microsoft.com/office/drawing/2017/decorative" val="1"/>
              </a:ext>
            </a:extLst>
          </p:cNvPr>
          <p:cNvSpPr/>
          <p:nvPr/>
        </p:nvSpPr>
        <p:spPr>
          <a:xfrm>
            <a:off x="0" y="0"/>
            <a:ext cx="12191400" cy="685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sp>
        <p:nvSpPr>
          <p:cNvPr id="85" name="Freeform: Shape 10">
            <a:extLst>
              <a:ext uri="{C183D7F6-B498-43B3-948B-1728B52AA6E4}">
                <adec:decorative xmlns:adec="http://schemas.microsoft.com/office/drawing/2017/decorative" val="1"/>
              </a:ext>
            </a:extLst>
          </p:cNvPr>
          <p:cNvSpPr/>
          <p:nvPr/>
        </p:nvSpPr>
        <p:spPr>
          <a:xfrm flipH="1" rot="18900000">
            <a:off x="-376200" y="-253440"/>
            <a:ext cx="1827360" cy="1376280"/>
          </a:xfrm>
          <a:custGeom>
            <a:avLst/>
            <a:gdLst>
              <a:gd name="textAreaLeft" fmla="*/ 360 w 1827360"/>
              <a:gd name="textAreaRight" fmla="*/ 1828440 w 1827360"/>
              <a:gd name="textAreaTop" fmla="*/ 0 h 1376280"/>
              <a:gd name="textAreaBottom" fmla="*/ 1377000 h 1376280"/>
              <a:gd name="GluePoint1X" fmla="*/ 0 w 1827638"/>
              <a:gd name="GluePoint1Y" fmla="*/ 987379 h 1376989"/>
              <a:gd name="GluePoint2X" fmla="*/ 987379 w 1827638"/>
              <a:gd name="GluePoint2Y" fmla="*/ 0 h 1376989"/>
              <a:gd name="GluePoint3X" fmla="*/ 1827638 w 1827638"/>
              <a:gd name="GluePoint3Y" fmla="*/ 840260 h 1376989"/>
              <a:gd name="GluePoint4X" fmla="*/ 1827638 w 1827638"/>
              <a:gd name="GluePoint4Y" fmla="*/ 1376989 h 1376989"/>
              <a:gd name="GluePoint5X" fmla="*/ 0 w 1827638"/>
              <a:gd name="GluePoint5Y" fmla="*/ 1376989 h 137698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sp>
        <p:nvSpPr>
          <p:cNvPr id="86" name="Rectangle 12">
            <a:extLst>
              <a:ext uri="{C183D7F6-B498-43B3-948B-1728B52AA6E4}">
                <adec:decorative xmlns:adec="http://schemas.microsoft.com/office/drawing/2017/decorative" val="1"/>
              </a:ext>
            </a:extLst>
          </p:cNvPr>
          <p:cNvSpPr/>
          <p:nvPr/>
        </p:nvSpPr>
        <p:spPr>
          <a:xfrm flipH="1" rot="18900000">
            <a:off x="891720" y="421560"/>
            <a:ext cx="644400" cy="644760"/>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sp>
        <p:nvSpPr>
          <p:cNvPr id="87" name="Rectangle 14">
            <a:extLst>
              <a:ext uri="{C183D7F6-B498-43B3-948B-1728B52AA6E4}">
                <adec:decorative xmlns:adec="http://schemas.microsoft.com/office/drawing/2017/decorative" val="1"/>
              </a:ext>
            </a:extLst>
          </p:cNvPr>
          <p:cNvSpPr/>
          <p:nvPr/>
        </p:nvSpPr>
        <p:spPr>
          <a:xfrm flipH="1" rot="18900000">
            <a:off x="10043640" y="654840"/>
            <a:ext cx="686880" cy="686880"/>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sp>
        <p:nvSpPr>
          <p:cNvPr id="88" name="Freeform: Shape 16">
            <a:extLst>
              <a:ext uri="{C183D7F6-B498-43B3-948B-1728B52AA6E4}">
                <adec:decorative xmlns:adec="http://schemas.microsoft.com/office/drawing/2017/decorative" val="1"/>
              </a:ext>
            </a:extLst>
          </p:cNvPr>
          <p:cNvSpPr/>
          <p:nvPr/>
        </p:nvSpPr>
        <p:spPr>
          <a:xfrm flipH="1" rot="10800000">
            <a:off x="9356760" y="720"/>
            <a:ext cx="2834640" cy="1479960"/>
          </a:xfrm>
          <a:custGeom>
            <a:avLst/>
            <a:gdLst>
              <a:gd name="textAreaLeft" fmla="*/ -360 w 2834640"/>
              <a:gd name="textAreaRight" fmla="*/ 2835000 w 2834640"/>
              <a:gd name="textAreaTop" fmla="*/ 0 h 1479960"/>
              <a:gd name="textAreaBottom" fmla="*/ 1480680 h 1479960"/>
              <a:gd name="GluePoint1X" fmla="*/ 2835357 w 2835357"/>
              <a:gd name="GluePoint1Y" fmla="*/ 1480837 h 1480837"/>
              <a:gd name="GluePoint2X" fmla="*/ 0 w 2835357"/>
              <a:gd name="GluePoint2Y" fmla="*/ 1480837 h 1480837"/>
              <a:gd name="GluePoint3X" fmla="*/ 1552727 w 2835357"/>
              <a:gd name="GluePoint3Y" fmla="*/ 0 h 1480837"/>
              <a:gd name="GluePoint4X" fmla="*/ 2835357 w 2835357"/>
              <a:gd name="GluePoint4Y" fmla="*/ 1223245 h 14808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sp>
        <p:nvSpPr>
          <p:cNvPr id="89" name="Isosceles Triangle 18">
            <a:extLst>
              <a:ext uri="{C183D7F6-B498-43B3-948B-1728B52AA6E4}">
                <adec:decorative xmlns:adec="http://schemas.microsoft.com/office/drawing/2017/decorative" val="1"/>
              </a:ext>
            </a:extLst>
          </p:cNvPr>
          <p:cNvSpPr/>
          <p:nvPr/>
        </p:nvSpPr>
        <p:spPr>
          <a:xfrm flipH="1">
            <a:off x="7975800" y="6115680"/>
            <a:ext cx="1493640" cy="74160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sp>
        <p:nvSpPr>
          <p:cNvPr id="90" name="Isosceles Triangle 20">
            <a:extLst>
              <a:ext uri="{C183D7F6-B498-43B3-948B-1728B52AA6E4}">
                <adec:decorative xmlns:adec="http://schemas.microsoft.com/office/drawing/2017/decorative" val="1"/>
              </a:ext>
            </a:extLst>
          </p:cNvPr>
          <p:cNvSpPr/>
          <p:nvPr/>
        </p:nvSpPr>
        <p:spPr>
          <a:xfrm flipH="1">
            <a:off x="7603200" y="6453000"/>
            <a:ext cx="814320" cy="40428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pic>
        <p:nvPicPr>
          <p:cNvPr id="91" name=""/>
          <p:cNvPicPr/>
          <p:nvPr/>
        </p:nvPicPr>
        <p:blipFill>
          <a:blip r:embed="rId1"/>
          <a:srcRect l="0" t="26806" r="0" b="0"/>
          <a:stretch/>
        </p:blipFill>
        <p:spPr>
          <a:xfrm>
            <a:off x="2431800" y="914400"/>
            <a:ext cx="7561440" cy="501804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92" name="Rectangle 20">
            <a:extLst>
              <a:ext uri="{C183D7F6-B498-43B3-948B-1728B52AA6E4}">
                <adec:decorative xmlns:adec="http://schemas.microsoft.com/office/drawing/2017/decorative" val="1"/>
              </a:ext>
            </a:extLst>
          </p:cNvPr>
          <p:cNvSpPr/>
          <p:nvPr/>
        </p:nvSpPr>
        <p:spPr>
          <a:xfrm>
            <a:off x="0" y="0"/>
            <a:ext cx="12191040" cy="68572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sp>
        <p:nvSpPr>
          <p:cNvPr id="93" name="Rectangle 22">
            <a:extLst>
              <a:ext uri="{C183D7F6-B498-43B3-948B-1728B52AA6E4}">
                <adec:decorative xmlns:adec="http://schemas.microsoft.com/office/drawing/2017/decorative" val="1"/>
              </a:ext>
            </a:extLst>
          </p:cNvPr>
          <p:cNvSpPr/>
          <p:nvPr/>
        </p:nvSpPr>
        <p:spPr>
          <a:xfrm>
            <a:off x="360" y="0"/>
            <a:ext cx="12191040" cy="685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800" b="0" u="none" strike="noStrike">
              <a:solidFill>
                <a:schemeClr val="lt1"/>
              </a:solidFill>
              <a:effectLst/>
              <a:uFillTx/>
              <a:latin typeface="Aptos"/>
            </a:endParaRPr>
          </a:p>
        </p:txBody>
      </p:sp>
      <p:sp>
        <p:nvSpPr>
          <p:cNvPr id="94" name="PlaceHolder 1"/>
          <p:cNvSpPr>
            <a:spLocks noGrp="1"/>
          </p:cNvSpPr>
          <p:nvPr>
            <p:ph type="title"/>
          </p:nvPr>
        </p:nvSpPr>
        <p:spPr>
          <a:xfrm>
            <a:off x="804600" y="1243080"/>
            <a:ext cx="3854880" cy="4371120"/>
          </a:xfrm>
          <a:prstGeom prst="rect">
            <a:avLst/>
          </a:prstGeom>
          <a:noFill/>
          <a:ln w="0">
            <a:noFill/>
          </a:ln>
        </p:spPr>
        <p:txBody>
          <a:bodyPr lIns="91440" rIns="91440" tIns="45720" bIns="45720" anchor="ctr">
            <a:normAutofit/>
          </a:bodyPr>
          <a:p>
            <a:pPr indent="0" defTabSz="914400">
              <a:lnSpc>
                <a:spcPct val="90000"/>
              </a:lnSpc>
              <a:buNone/>
              <a:tabLst>
                <a:tab algn="l" pos="0"/>
              </a:tabLst>
            </a:pPr>
            <a:r>
              <a:rPr lang="pt-BR" sz="3600" b="0" u="none" strike="noStrike">
                <a:solidFill>
                  <a:schemeClr val="dk2"/>
                </a:solidFill>
                <a:effectLst/>
                <a:uFillTx/>
                <a:latin typeface="Aptos Display"/>
              </a:rPr>
              <a:t>E2E Pipeline</a:t>
            </a:r>
            <a:endParaRPr lang="en-US" sz="3600" b="0" u="none" strike="noStrike">
              <a:solidFill>
                <a:srgbClr val="000000"/>
              </a:solidFill>
              <a:effectLst/>
              <a:uFillTx/>
              <a:latin typeface="Arial"/>
            </a:endParaRPr>
          </a:p>
        </p:txBody>
      </p:sp>
      <p:grpSp>
        <p:nvGrpSpPr>
          <p:cNvPr id="95" name="Group 24">
            <a:extLst>
              <a:ext uri="{C183D7F6-B498-43B3-948B-1728B52AA6E4}">
                <adec:decorative xmlns:adec="http://schemas.microsoft.com/office/drawing/2017/decorative" val="1"/>
              </a:ext>
            </a:extLst>
          </p:cNvPr>
          <p:cNvGrpSpPr/>
          <p:nvPr/>
        </p:nvGrpSpPr>
        <p:grpSpPr>
          <a:xfrm>
            <a:off x="4897440" y="5400"/>
            <a:ext cx="7293960" cy="6857280"/>
            <a:chOff x="4897440" y="5400"/>
            <a:chExt cx="7293960" cy="6857280"/>
          </a:xfrm>
        </p:grpSpPr>
        <p:sp>
          <p:nvSpPr>
            <p:cNvPr id="96" name="Freeform: Shape 25">
              <a:extLst>
                <a:ext uri="{C183D7F6-B498-43B3-948B-1728B52AA6E4}">
                  <adec:decorative xmlns:adec="http://schemas.microsoft.com/office/drawing/2017/decorative" val="1"/>
                </a:ext>
              </a:extLst>
            </p:cNvPr>
            <p:cNvSpPr/>
            <p:nvPr/>
          </p:nvSpPr>
          <p:spPr>
            <a:xfrm>
              <a:off x="4897440" y="5400"/>
              <a:ext cx="7293960" cy="6857280"/>
            </a:xfrm>
            <a:custGeom>
              <a:avLst/>
              <a:gdLst>
                <a:gd name="textAreaLeft" fmla="*/ 0 w 7293960"/>
                <a:gd name="textAreaRight" fmla="*/ 7294680 w 7293960"/>
                <a:gd name="textAreaTop" fmla="*/ 0 h 6857280"/>
                <a:gd name="textAreaBottom" fmla="*/ 6858000 h 6857280"/>
                <a:gd name="GluePoint1X" fmla="*/ 7294652 w 7294652"/>
                <a:gd name="GluePoint1Y" fmla="*/ 6063030 h 6857999"/>
                <a:gd name="GluePoint2X" fmla="*/ 7294652 w 7294652"/>
                <a:gd name="GluePoint2Y" fmla="*/ 6857999 h 6857999"/>
                <a:gd name="GluePoint3X" fmla="*/ 6248575 w 7294652"/>
                <a:gd name="GluePoint3Y" fmla="*/ 6857999 h 6857999"/>
                <a:gd name="GluePoint4X" fmla="*/ 6477898 w 7294652"/>
                <a:gd name="GluePoint4Y" fmla="*/ 6700973 h 6857999"/>
                <a:gd name="GluePoint5X" fmla="*/ 6647884 w 7294652"/>
                <a:gd name="GluePoint5Y" fmla="*/ 6572752 h 6857999"/>
                <a:gd name="GluePoint6X" fmla="*/ 6817698 w 7294652"/>
                <a:gd name="GluePoint6Y" fmla="*/ 6440235 h 6857999"/>
                <a:gd name="GluePoint7X" fmla="*/ 7161451 w 7294652"/>
                <a:gd name="GluePoint7Y" fmla="*/ 6165232 h 6857999"/>
                <a:gd name="GluePoint8X" fmla="*/ 1673436 w 7294652"/>
                <a:gd name="GluePoint8Y" fmla="*/ 0 h 6857999"/>
                <a:gd name="GluePoint9X" fmla="*/ 2394951 w 7294652"/>
                <a:gd name="GluePoint9Y" fmla="*/ 0 h 6857999"/>
                <a:gd name="GluePoint10X" fmla="*/ 2244659 w 7294652"/>
                <a:gd name="GluePoint10Y" fmla="*/ 100763 h 6857999"/>
                <a:gd name="GluePoint11X" fmla="*/ 1743903 w 7294652"/>
                <a:gd name="GluePoint11Y" fmla="*/ 498975 h 6857999"/>
                <a:gd name="GluePoint12X" fmla="*/ 1163821 w 7294652"/>
                <a:gd name="GluePoint12Y" fmla="*/ 1121514 h 6857999"/>
                <a:gd name="GluePoint13X" fmla="*/ 704911 w 7294652"/>
                <a:gd name="GluePoint13Y" fmla="*/ 1837036 h 6857999"/>
                <a:gd name="GluePoint14X" fmla="*/ 393472 w 7294652"/>
                <a:gd name="GluePoint14Y" fmla="*/ 2627669 h 6857999"/>
                <a:gd name="GluePoint15X" fmla="*/ 280032 w 7294652"/>
                <a:gd name="GluePoint15Y" fmla="*/ 3472097 h 6857999"/>
                <a:gd name="GluePoint16X" fmla="*/ 327813 w 7294652"/>
                <a:gd name="GluePoint16Y" fmla="*/ 3884602 h 6857999"/>
                <a:gd name="GluePoint17X" fmla="*/ 469096 w 7294652"/>
                <a:gd name="GluePoint17Y" fmla="*/ 4270809 h 6857999"/>
                <a:gd name="GluePoint18X" fmla="*/ 567581 w 7294652"/>
                <a:gd name="GluePoint18Y" fmla="*/ 4452482 h 6857999"/>
                <a:gd name="GluePoint19X" fmla="*/ 680677 w 7294652"/>
                <a:gd name="GluePoint19Y" fmla="*/ 4628484 h 6857999"/>
                <a:gd name="GluePoint20X" fmla="*/ 941928 w 7294652"/>
                <a:gd name="GluePoint20Y" fmla="*/ 4968628 h 6857999"/>
                <a:gd name="GluePoint21X" fmla="*/ 1224665 w 7294652"/>
                <a:gd name="GluePoint21Y" fmla="*/ 5311349 h 6857999"/>
                <a:gd name="GluePoint22X" fmla="*/ 1365259 w 7294652"/>
                <a:gd name="GluePoint22Y" fmla="*/ 5490273 h 6857999"/>
                <a:gd name="GluePoint23X" fmla="*/ 1432808 w 7294652"/>
                <a:gd name="GluePoint23Y" fmla="*/ 5577931 h 6857999"/>
                <a:gd name="GluePoint24X" fmla="*/ 1498980 w 7294652"/>
                <a:gd name="GluePoint24Y" fmla="*/ 5662148 h 6857999"/>
                <a:gd name="GluePoint25X" fmla="*/ 2067548 w 7294652"/>
                <a:gd name="GluePoint25Y" fmla="*/ 6283312 h 6857999"/>
                <a:gd name="GluePoint26X" fmla="*/ 2369879 w 7294652"/>
                <a:gd name="GluePoint26Y" fmla="*/ 6562782 h 6857999"/>
                <a:gd name="GluePoint27X" fmla="*/ 2686645 w 7294652"/>
                <a:gd name="GluePoint27Y" fmla="*/ 6820598 h 6857999"/>
                <a:gd name="GluePoint28X" fmla="*/ 2738907 w 7294652"/>
                <a:gd name="GluePoint28Y" fmla="*/ 6857999 h 6857999"/>
                <a:gd name="GluePoint29X" fmla="*/ 1731787 w 7294652"/>
                <a:gd name="GluePoint29Y" fmla="*/ 6857999 h 6857999"/>
                <a:gd name="GluePoint30X" fmla="*/ 1607949 w 7294652"/>
                <a:gd name="GluePoint30Y" fmla="*/ 6732770 h 6857999"/>
                <a:gd name="GluePoint31X" fmla="*/ 1309057 w 7294652"/>
                <a:gd name="GluePoint31Y" fmla="*/ 6370109 h 6857999"/>
                <a:gd name="GluePoint32X" fmla="*/ 1048147 w 7294652"/>
                <a:gd name="GluePoint32Y" fmla="*/ 5986138 h 6857999"/>
                <a:gd name="GluePoint33X" fmla="*/ 987131 w 7294652"/>
                <a:gd name="GluePoint33Y" fmla="*/ 5888512 h 6857999"/>
                <a:gd name="GluePoint34X" fmla="*/ 928866 w 7294652"/>
                <a:gd name="GluePoint34Y" fmla="*/ 5793463 h 6857999"/>
                <a:gd name="GluePoint35X" fmla="*/ 813708 w 7294652"/>
                <a:gd name="GluePoint35Y" fmla="*/ 5609556 h 6857999"/>
                <a:gd name="GluePoint36X" fmla="*/ 574972 w 7294652"/>
                <a:gd name="GluePoint36Y" fmla="*/ 5231598 h 6857999"/>
                <a:gd name="GluePoint37X" fmla="*/ 342424 w 7294652"/>
                <a:gd name="GluePoint37Y" fmla="*/ 4834048 h 6857999"/>
                <a:gd name="GluePoint38X" fmla="*/ 237579 w 7294652"/>
                <a:gd name="GluePoint38Y" fmla="*/ 4623500 h 6857999"/>
                <a:gd name="GluePoint39X" fmla="*/ 148373 w 7294652"/>
                <a:gd name="GluePoint39Y" fmla="*/ 4404356 h 6857999"/>
                <a:gd name="GluePoint40X" fmla="*/ 79623 w 7294652"/>
                <a:gd name="GluePoint40Y" fmla="*/ 4175762 h 6857999"/>
                <a:gd name="GluePoint41X" fmla="*/ 54185 w 7294652"/>
                <a:gd name="GluePoint41Y" fmla="*/ 4059229 h 6857999"/>
                <a:gd name="GluePoint42X" fmla="*/ 43013 w 7294652"/>
                <a:gd name="GluePoint42Y" fmla="*/ 4000790 h 6857999"/>
                <a:gd name="GluePoint43X" fmla="*/ 33734 w 7294652"/>
                <a:gd name="GluePoint43Y" fmla="*/ 3942180 h 6857999"/>
                <a:gd name="GluePoint44X" fmla="*/ 45 w 7294652"/>
                <a:gd name="GluePoint44Y" fmla="*/ 3472097 h 6857999"/>
                <a:gd name="GluePoint45X" fmla="*/ 95436 w 7294652"/>
                <a:gd name="GluePoint45Y" fmla="*/ 2557372 h 6857999"/>
                <a:gd name="GluePoint46X" fmla="*/ 382126 w 7294652"/>
                <a:gd name="GluePoint46Y" fmla="*/ 1680799 h 6857999"/>
                <a:gd name="GluePoint47X" fmla="*/ 1457043 w 7294652"/>
                <a:gd name="GluePoint47Y" fmla="*/ 192176 h 685799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Lst>
              <a:rect l="textAreaLeft" t="textAreaTop" r="textAreaRight" b="textAreaBottom"/>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rotWithShape="0">
              <a:gsLst>
                <a:gs pos="2000">
                  <a:srgbClr val="ffffff">
                    <a:alpha val="10000"/>
                  </a:srgbClr>
                </a:gs>
                <a:gs pos="16000">
                  <a:srgbClr val="b27d49">
                    <a:alpha val="10000"/>
                  </a:srgbClr>
                </a:gs>
                <a:gs pos="85000">
                  <a:srgbClr val="a5300f">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sp>
          <p:nvSpPr>
            <p:cNvPr id="97" name="Freeform: Shape 26">
              <a:extLst>
                <a:ext uri="{C183D7F6-B498-43B3-948B-1728B52AA6E4}">
                  <adec:decorative xmlns:adec="http://schemas.microsoft.com/office/drawing/2017/decorative" val="1"/>
                </a:ext>
              </a:extLst>
            </p:cNvPr>
            <p:cNvSpPr/>
            <p:nvPr/>
          </p:nvSpPr>
          <p:spPr>
            <a:xfrm>
              <a:off x="4900680" y="5400"/>
              <a:ext cx="7290720" cy="6857280"/>
            </a:xfrm>
            <a:custGeom>
              <a:avLst/>
              <a:gdLst>
                <a:gd name="textAreaLeft" fmla="*/ 0 w 7290720"/>
                <a:gd name="textAreaRight" fmla="*/ 7291440 w 7290720"/>
                <a:gd name="textAreaTop" fmla="*/ 0 h 6857280"/>
                <a:gd name="textAreaBottom" fmla="*/ 6858000 h 6857280"/>
                <a:gd name="GluePoint1X" fmla="*/ 7291350 w 7291350"/>
                <a:gd name="GluePoint1Y" fmla="*/ 5718699 h 6858000"/>
                <a:gd name="GluePoint2X" fmla="*/ 7291350 w 7291350"/>
                <a:gd name="GluePoint2Y" fmla="*/ 6806115 h 6858000"/>
                <a:gd name="GluePoint3X" fmla="*/ 7224124 w 7291350"/>
                <a:gd name="GluePoint3Y" fmla="*/ 6858000 h 6858000"/>
                <a:gd name="GluePoint4X" fmla="*/ 5607142 w 7291350"/>
                <a:gd name="GluePoint4Y" fmla="*/ 6858000 h 6858000"/>
                <a:gd name="GluePoint5X" fmla="*/ 5736072 w 7291350"/>
                <a:gd name="GluePoint5Y" fmla="*/ 6801170 h 6858000"/>
                <a:gd name="GluePoint6X" fmla="*/ 6949826 w 7291350"/>
                <a:gd name="GluePoint6Y" fmla="*/ 5983707 h 6858000"/>
                <a:gd name="GluePoint7X" fmla="*/ 7220703 w 7291350"/>
                <a:gd name="GluePoint7Y" fmla="*/ 5773675 h 6858000"/>
                <a:gd name="GluePoint8X" fmla="*/ 7218419 w 7291350"/>
                <a:gd name="GluePoint8Y" fmla="*/ 0 h 6858000"/>
                <a:gd name="GluePoint9X" fmla="*/ 7291350 w 7291350"/>
                <a:gd name="GluePoint9Y" fmla="*/ 0 h 6858000"/>
                <a:gd name="GluePoint10X" fmla="*/ 7291350 w 7291350"/>
                <a:gd name="GluePoint10Y" fmla="*/ 50138 h 6858000"/>
                <a:gd name="GluePoint11X" fmla="*/ 1797607 w 7291350"/>
                <a:gd name="GluePoint11Y" fmla="*/ 0 h 6858000"/>
                <a:gd name="GluePoint12X" fmla="*/ 3385676 w 7291350"/>
                <a:gd name="GluePoint12Y" fmla="*/ 0 h 6858000"/>
                <a:gd name="GluePoint13X" fmla="*/ 3360567 w 7291350"/>
                <a:gd name="GluePoint13Y" fmla="*/ 11552 h 6858000"/>
                <a:gd name="GluePoint14X" fmla="*/ 2267395 w 7291350"/>
                <a:gd name="GluePoint14Y" fmla="*/ 725831 h 6858000"/>
                <a:gd name="GluePoint15X" fmla="*/ 1234074 w 7291350"/>
                <a:gd name="GluePoint15Y" fmla="*/ 2007171 h 6858000"/>
                <a:gd name="GluePoint16X" fmla="*/ 859383 w 7291350"/>
                <a:gd name="GluePoint16Y" fmla="*/ 3498372 h 6858000"/>
                <a:gd name="GluePoint17X" fmla="*/ 1479513 w 7291350"/>
                <a:gd name="GluePoint17Y" fmla="*/ 4883182 h 6858000"/>
                <a:gd name="GluePoint18X" fmla="*/ 1791985 w 7291350"/>
                <a:gd name="GluePoint18Y" fmla="*/ 5322671 h 6858000"/>
                <a:gd name="GluePoint19X" fmla="*/ 3397295 w 7291350"/>
                <a:gd name="GluePoint19Y" fmla="*/ 6784567 h 6858000"/>
                <a:gd name="GluePoint20X" fmla="*/ 3590446 w 7291350"/>
                <a:gd name="GluePoint20Y" fmla="*/ 6858000 h 6858000"/>
                <a:gd name="GluePoint21X" fmla="*/ 1970757 w 7291350"/>
                <a:gd name="GluePoint21Y" fmla="*/ 6858000 h 6858000"/>
                <a:gd name="GluePoint22X" fmla="*/ 1735872 w 7291350"/>
                <a:gd name="GluePoint22Y" fmla="*/ 6627685 h 6858000"/>
                <a:gd name="GluePoint23X" fmla="*/ 1080932 w 7291350"/>
                <a:gd name="GluePoint23Y" fmla="*/ 5805127 h 6858000"/>
                <a:gd name="GluePoint24X" fmla="*/ 0 w 7291350"/>
                <a:gd name="GluePoint24Y" fmla="*/ 3498372 h 6858000"/>
                <a:gd name="GluePoint25X" fmla="*/ 1708174 w 7291350"/>
                <a:gd name="GluePoint25Y" fmla="*/ 73302 h 6858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rotWithShape="0">
              <a:gsLst>
                <a:gs pos="2000">
                  <a:srgbClr val="ffffff">
                    <a:alpha val="10000"/>
                  </a:srgbClr>
                </a:gs>
                <a:gs pos="16000">
                  <a:srgbClr val="b27d49">
                    <a:alpha val="10000"/>
                  </a:srgbClr>
                </a:gs>
                <a:gs pos="85000">
                  <a:srgbClr val="a5300f">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sp>
          <p:nvSpPr>
            <p:cNvPr id="98" name="Freeform: Shape 27">
              <a:extLst>
                <a:ext uri="{C183D7F6-B498-43B3-948B-1728B52AA6E4}">
                  <adec:decorative xmlns:adec="http://schemas.microsoft.com/office/drawing/2017/decorative" val="1"/>
                </a:ext>
              </a:extLst>
            </p:cNvPr>
            <p:cNvSpPr/>
            <p:nvPr/>
          </p:nvSpPr>
          <p:spPr>
            <a:xfrm>
              <a:off x="4923000" y="5400"/>
              <a:ext cx="7268400" cy="6857280"/>
            </a:xfrm>
            <a:custGeom>
              <a:avLst/>
              <a:gdLst>
                <a:gd name="textAreaLeft" fmla="*/ 0 w 7268400"/>
                <a:gd name="textAreaRight" fmla="*/ 7269120 w 7268400"/>
                <a:gd name="textAreaTop" fmla="*/ 0 h 6857280"/>
                <a:gd name="textAreaBottom" fmla="*/ 6858000 h 6857280"/>
                <a:gd name="GluePoint1X" fmla="*/ 7269107 w 7269107"/>
                <a:gd name="GluePoint1Y" fmla="*/ 5518449 h 6858000"/>
                <a:gd name="GluePoint2X" fmla="*/ 7269107 w 7269107"/>
                <a:gd name="GluePoint2Y" fmla="*/ 6823281 h 6858000"/>
                <a:gd name="GluePoint3X" fmla="*/ 7224122 w 7269107"/>
                <a:gd name="GluePoint3Y" fmla="*/ 6858000 h 6858000"/>
                <a:gd name="GluePoint4X" fmla="*/ 4927054 w 7269107"/>
                <a:gd name="GluePoint4Y" fmla="*/ 6858000 h 6858000"/>
                <a:gd name="GluePoint5X" fmla="*/ 4982167 w 7269107"/>
                <a:gd name="GluePoint5Y" fmla="*/ 6852876 h 6858000"/>
                <a:gd name="GluePoint6X" fmla="*/ 5743768 w 7269107"/>
                <a:gd name="GluePoint6Y" fmla="*/ 6606245 h 6858000"/>
                <a:gd name="GluePoint7X" fmla="*/ 6843778 w 7269107"/>
                <a:gd name="GluePoint7Y" fmla="*/ 5848440 h 6858000"/>
                <a:gd name="GluePoint8X" fmla="*/ 7115515 w 7269107"/>
                <a:gd name="GluePoint8Y" fmla="*/ 5637891 h 6858000"/>
                <a:gd name="GluePoint9X" fmla="*/ 6870111 w 7269107"/>
                <a:gd name="GluePoint9Y" fmla="*/ 0 h 6858000"/>
                <a:gd name="GluePoint10X" fmla="*/ 7269107 w 7269107"/>
                <a:gd name="GluePoint10Y" fmla="*/ 0 h 6858000"/>
                <a:gd name="GluePoint11X" fmla="*/ 7269107 w 7269107"/>
                <a:gd name="GluePoint11Y" fmla="*/ 243137 h 6858000"/>
                <a:gd name="GluePoint12X" fmla="*/ 7089989 w 7269107"/>
                <a:gd name="GluePoint12Y" fmla="*/ 119955 h 6858000"/>
                <a:gd name="GluePoint13X" fmla="*/ 6952948 w 7269107"/>
                <a:gd name="GluePoint13Y" fmla="*/ 41521 h 6858000"/>
                <a:gd name="GluePoint14X" fmla="*/ 1797606 w 7269107"/>
                <a:gd name="GluePoint14Y" fmla="*/ 0 h 6858000"/>
                <a:gd name="GluePoint15X" fmla="*/ 3815328 w 7269107"/>
                <a:gd name="GluePoint15Y" fmla="*/ 0 h 6858000"/>
                <a:gd name="GluePoint16X" fmla="*/ 3627371 w 7269107"/>
                <a:gd name="GluePoint16Y" fmla="*/ 77142 h 6858000"/>
                <a:gd name="GluePoint17X" fmla="*/ 2379115 w 7269107"/>
                <a:gd name="GluePoint17Y" fmla="*/ 856285 h 6858000"/>
                <a:gd name="GluePoint18X" fmla="*/ 1386699 w 7269107"/>
                <a:gd name="GluePoint18Y" fmla="*/ 2086062 h 6858000"/>
                <a:gd name="GluePoint19X" fmla="*/ 1031258 w 7269107"/>
                <a:gd name="GluePoint19Y" fmla="*/ 3498372 h 6858000"/>
                <a:gd name="GluePoint20X" fmla="*/ 1618904 w 7269107"/>
                <a:gd name="GluePoint20Y" fmla="*/ 4781604 h 6858000"/>
                <a:gd name="GluePoint21X" fmla="*/ 1934812 w 7269107"/>
                <a:gd name="GluePoint21Y" fmla="*/ 5225904 h 6858000"/>
                <a:gd name="GluePoint22X" fmla="*/ 3140010 w 7269107"/>
                <a:gd name="GluePoint22Y" fmla="*/ 6456196 h 6858000"/>
                <a:gd name="GluePoint23X" fmla="*/ 4281662 w 7269107"/>
                <a:gd name="GluePoint23Y" fmla="*/ 6843305 h 6858000"/>
                <a:gd name="GluePoint24X" fmla="*/ 4449058 w 7269107"/>
                <a:gd name="GluePoint24Y" fmla="*/ 6858000 h 6858000"/>
                <a:gd name="GluePoint25X" fmla="*/ 1970756 w 7269107"/>
                <a:gd name="GluePoint25Y" fmla="*/ 6858000 h 6858000"/>
                <a:gd name="GluePoint26X" fmla="*/ 1735871 w 7269107"/>
                <a:gd name="GluePoint26Y" fmla="*/ 6627685 h 6858000"/>
                <a:gd name="GluePoint27X" fmla="*/ 1080930 w 7269107"/>
                <a:gd name="GluePoint27Y" fmla="*/ 5805127 h 6858000"/>
                <a:gd name="GluePoint28X" fmla="*/ 0 w 7269107"/>
                <a:gd name="GluePoint28Y" fmla="*/ 3498372 h 6858000"/>
                <a:gd name="GluePoint29X" fmla="*/ 1708172 w 7269107"/>
                <a:gd name="GluePoint29Y" fmla="*/ 73302 h 6858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Lst>
              <a:rect l="textAreaLeft" t="textAreaTop" r="textAreaRight" b="textAreaBottom"/>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rotWithShape="0">
              <a:gsLst>
                <a:gs pos="2000">
                  <a:srgbClr val="ffffff">
                    <a:alpha val="10000"/>
                  </a:srgbClr>
                </a:gs>
                <a:gs pos="56000">
                  <a:srgbClr val="b27d49">
                    <a:alpha val="10000"/>
                  </a:srgbClr>
                </a:gs>
                <a:gs pos="85000">
                  <a:srgbClr val="a5300f">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ptos"/>
              </a:endParaRPr>
            </a:p>
          </p:txBody>
        </p:sp>
      </p:grpSp>
      <p:sp>
        <p:nvSpPr>
          <p:cNvPr id="99" name="PlaceHolder 2"/>
          <p:cNvSpPr>
            <a:spLocks noGrp="1"/>
          </p:cNvSpPr>
          <p:nvPr>
            <p:ph/>
          </p:nvPr>
        </p:nvSpPr>
        <p:spPr>
          <a:xfrm>
            <a:off x="6632640" y="1032840"/>
            <a:ext cx="4918320" cy="4791240"/>
          </a:xfrm>
          <a:prstGeom prst="rect">
            <a:avLst/>
          </a:prstGeom>
          <a:noFill/>
          <a:ln w="0">
            <a:noFill/>
          </a:ln>
        </p:spPr>
        <p:txBody>
          <a:bodyPr lIns="91440" rIns="91440" tIns="45720" bIns="45720" anchor="ctr">
            <a:normAutofit/>
          </a:bodyPr>
          <a:p>
            <a:pPr marL="228600" indent="-228600" defTabSz="914400">
              <a:lnSpc>
                <a:spcPct val="90000"/>
              </a:lnSpc>
              <a:spcBef>
                <a:spcPts val="1001"/>
              </a:spcBef>
              <a:buClr>
                <a:srgbClr val="323232"/>
              </a:buClr>
              <a:buFont typeface="Arial"/>
              <a:buChar char="•"/>
            </a:pPr>
            <a:r>
              <a:rPr lang="pt-BR" sz="2000" b="0" u="none" strike="noStrike">
                <a:solidFill>
                  <a:schemeClr val="dk2"/>
                </a:solidFill>
                <a:effectLst/>
                <a:uFillTx/>
                <a:latin typeface="Aptos"/>
              </a:rPr>
              <a:t>Airflow DAG call python script to ingest source data into staging tables in DW;</a:t>
            </a:r>
            <a:endParaRPr lang="en-US" sz="2000" b="0" u="none" strike="noStrike">
              <a:solidFill>
                <a:srgbClr val="000000"/>
              </a:solidFill>
              <a:effectLst/>
              <a:uFillTx/>
              <a:latin typeface="Arial"/>
            </a:endParaRPr>
          </a:p>
          <a:p>
            <a:pPr marL="228600" indent="-228600" defTabSz="914400">
              <a:lnSpc>
                <a:spcPct val="90000"/>
              </a:lnSpc>
              <a:spcBef>
                <a:spcPts val="1001"/>
              </a:spcBef>
              <a:buClr>
                <a:srgbClr val="323232"/>
              </a:buClr>
              <a:buFont typeface="Arial"/>
              <a:buChar char="•"/>
            </a:pPr>
            <a:r>
              <a:rPr lang="pt-BR" sz="2000" b="0" u="none" strike="noStrike">
                <a:solidFill>
                  <a:schemeClr val="dk2"/>
                </a:solidFill>
                <a:effectLst/>
                <a:uFillTx/>
                <a:latin typeface="Aptos"/>
              </a:rPr>
              <a:t>DBT creates semantic model with facts and dimensions;</a:t>
            </a:r>
            <a:endParaRPr lang="en-US" sz="2000" b="0" u="none" strike="noStrike">
              <a:solidFill>
                <a:srgbClr val="000000"/>
              </a:solidFill>
              <a:effectLst/>
              <a:uFillTx/>
              <a:latin typeface="Arial"/>
            </a:endParaRPr>
          </a:p>
          <a:p>
            <a:pPr marL="228600" indent="-228600" defTabSz="914400">
              <a:lnSpc>
                <a:spcPct val="90000"/>
              </a:lnSpc>
              <a:spcBef>
                <a:spcPts val="1001"/>
              </a:spcBef>
              <a:buClr>
                <a:srgbClr val="323232"/>
              </a:buClr>
              <a:buFont typeface="Arial"/>
              <a:buChar char="•"/>
            </a:pPr>
            <a:r>
              <a:rPr lang="pt-BR" sz="2000" b="0" u="none" strike="noStrike">
                <a:solidFill>
                  <a:schemeClr val="dk2"/>
                </a:solidFill>
                <a:effectLst/>
                <a:uFillTx/>
                <a:latin typeface="Aptos"/>
              </a:rPr>
              <a:t>Physical tables are created under dw schema in DW;</a:t>
            </a:r>
            <a:endParaRPr lang="en-US" sz="2000" b="0" u="none" strike="noStrike">
              <a:solidFill>
                <a:srgbClr val="000000"/>
              </a:solidFill>
              <a:effectLst/>
              <a:uFillTx/>
              <a:latin typeface="Arial"/>
            </a:endParaRPr>
          </a:p>
          <a:p>
            <a:pPr marL="228600" indent="-228600" defTabSz="914400">
              <a:lnSpc>
                <a:spcPct val="90000"/>
              </a:lnSpc>
              <a:spcBef>
                <a:spcPts val="1001"/>
              </a:spcBef>
              <a:buClr>
                <a:srgbClr val="323232"/>
              </a:buClr>
              <a:buFont typeface="Arial"/>
              <a:buChar char="•"/>
            </a:pPr>
            <a:r>
              <a:rPr lang="pt-BR" sz="2000" b="0" u="none" strike="noStrike">
                <a:solidFill>
                  <a:schemeClr val="dk2"/>
                </a:solidFill>
                <a:effectLst/>
                <a:uFillTx/>
                <a:latin typeface="Aptos"/>
              </a:rPr>
              <a:t>Metabase connects to DW targeting analytical data </a:t>
            </a:r>
            <a:endParaRPr lang="en-US" sz="2000" b="0" u="none" strike="noStrike">
              <a:solidFill>
                <a:srgbClr val="000000"/>
              </a:solidFill>
              <a:effectLst/>
              <a:uFillTx/>
              <a:latin typeface="Arial"/>
            </a:endParaRPr>
          </a:p>
          <a:p>
            <a:pPr indent="0" defTabSz="914400">
              <a:lnSpc>
                <a:spcPct val="90000"/>
              </a:lnSpc>
              <a:spcBef>
                <a:spcPts val="1001"/>
              </a:spcBef>
              <a:buNone/>
              <a:tabLst>
                <a:tab algn="l" pos="0"/>
              </a:tabLst>
            </a:pP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00" name="Rectangle 1">
            <a:extLst>
              <a:ext uri="{C183D7F6-B498-43B3-948B-1728B52AA6E4}">
                <adec:decorative xmlns:adec="http://schemas.microsoft.com/office/drawing/2017/decorative" val="1"/>
              </a:ext>
            </a:extLst>
          </p:cNvPr>
          <p:cNvSpPr/>
          <p:nvPr/>
        </p:nvSpPr>
        <p:spPr>
          <a:xfrm>
            <a:off x="0" y="0"/>
            <a:ext cx="12191040" cy="68572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lang="en-US" sz="1800" b="0" u="none" strike="noStrike">
              <a:solidFill>
                <a:schemeClr val="lt1"/>
              </a:solidFill>
              <a:effectLst/>
              <a:uFillTx/>
              <a:latin typeface="Aptos"/>
            </a:endParaRPr>
          </a:p>
        </p:txBody>
      </p:sp>
      <p:sp>
        <p:nvSpPr>
          <p:cNvPr id="101" name="Rectangle 2">
            <a:extLst>
              <a:ext uri="{C183D7F6-B498-43B3-948B-1728B52AA6E4}">
                <adec:decorative xmlns:adec="http://schemas.microsoft.com/office/drawing/2017/decorative" val="1"/>
              </a:ext>
            </a:extLst>
          </p:cNvPr>
          <p:cNvSpPr/>
          <p:nvPr/>
        </p:nvSpPr>
        <p:spPr>
          <a:xfrm>
            <a:off x="360" y="0"/>
            <a:ext cx="12191040" cy="685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lang="en-US" sz="800" b="0" u="none" strike="noStrike">
              <a:solidFill>
                <a:schemeClr val="lt1"/>
              </a:solidFill>
              <a:effectLst/>
              <a:uFillTx/>
              <a:latin typeface="Aptos"/>
            </a:endParaRPr>
          </a:p>
        </p:txBody>
      </p:sp>
      <p:grpSp>
        <p:nvGrpSpPr>
          <p:cNvPr id="102" name="Group 1">
            <a:extLst>
              <a:ext uri="{C183D7F6-B498-43B3-948B-1728B52AA6E4}">
                <adec:decorative xmlns:adec="http://schemas.microsoft.com/office/drawing/2017/decorative" val="1"/>
              </a:ext>
            </a:extLst>
          </p:cNvPr>
          <p:cNvGrpSpPr/>
          <p:nvPr/>
        </p:nvGrpSpPr>
        <p:grpSpPr>
          <a:xfrm>
            <a:off x="4897440" y="5400"/>
            <a:ext cx="7293960" cy="6857280"/>
            <a:chOff x="4897440" y="5400"/>
            <a:chExt cx="7293960" cy="6857280"/>
          </a:xfrm>
        </p:grpSpPr>
        <p:sp>
          <p:nvSpPr>
            <p:cNvPr id="103" name="Freeform: Shape 1">
              <a:extLst>
                <a:ext uri="{C183D7F6-B498-43B3-948B-1728B52AA6E4}">
                  <adec:decorative xmlns:adec="http://schemas.microsoft.com/office/drawing/2017/decorative" val="1"/>
                </a:ext>
              </a:extLst>
            </p:cNvPr>
            <p:cNvSpPr/>
            <p:nvPr/>
          </p:nvSpPr>
          <p:spPr>
            <a:xfrm>
              <a:off x="4897440" y="5400"/>
              <a:ext cx="7293960" cy="6857280"/>
            </a:xfrm>
            <a:custGeom>
              <a:avLst/>
              <a:gdLst>
                <a:gd name="textAreaLeft" fmla="*/ 0 w 7293960"/>
                <a:gd name="textAreaRight" fmla="*/ 7294680 w 7293960"/>
                <a:gd name="textAreaTop" fmla="*/ 0 h 6857280"/>
                <a:gd name="textAreaBottom" fmla="*/ 6858000 h 6857280"/>
                <a:gd name="GluePoint1X" fmla="*/ 7294652 w 7294652"/>
                <a:gd name="GluePoint1Y" fmla="*/ 6063030 h 6857999"/>
                <a:gd name="GluePoint2X" fmla="*/ 7294652 w 7294652"/>
                <a:gd name="GluePoint2Y" fmla="*/ 6857999 h 6857999"/>
                <a:gd name="GluePoint3X" fmla="*/ 6248575 w 7294652"/>
                <a:gd name="GluePoint3Y" fmla="*/ 6857999 h 6857999"/>
                <a:gd name="GluePoint4X" fmla="*/ 6477898 w 7294652"/>
                <a:gd name="GluePoint4Y" fmla="*/ 6700973 h 6857999"/>
                <a:gd name="GluePoint5X" fmla="*/ 6647884 w 7294652"/>
                <a:gd name="GluePoint5Y" fmla="*/ 6572752 h 6857999"/>
                <a:gd name="GluePoint6X" fmla="*/ 6817698 w 7294652"/>
                <a:gd name="GluePoint6Y" fmla="*/ 6440235 h 6857999"/>
                <a:gd name="GluePoint7X" fmla="*/ 7161451 w 7294652"/>
                <a:gd name="GluePoint7Y" fmla="*/ 6165232 h 6857999"/>
                <a:gd name="GluePoint8X" fmla="*/ 1673436 w 7294652"/>
                <a:gd name="GluePoint8Y" fmla="*/ 0 h 6857999"/>
                <a:gd name="GluePoint9X" fmla="*/ 2394951 w 7294652"/>
                <a:gd name="GluePoint9Y" fmla="*/ 0 h 6857999"/>
                <a:gd name="GluePoint10X" fmla="*/ 2244659 w 7294652"/>
                <a:gd name="GluePoint10Y" fmla="*/ 100763 h 6857999"/>
                <a:gd name="GluePoint11X" fmla="*/ 1743903 w 7294652"/>
                <a:gd name="GluePoint11Y" fmla="*/ 498975 h 6857999"/>
                <a:gd name="GluePoint12X" fmla="*/ 1163821 w 7294652"/>
                <a:gd name="GluePoint12Y" fmla="*/ 1121514 h 6857999"/>
                <a:gd name="GluePoint13X" fmla="*/ 704911 w 7294652"/>
                <a:gd name="GluePoint13Y" fmla="*/ 1837036 h 6857999"/>
                <a:gd name="GluePoint14X" fmla="*/ 393472 w 7294652"/>
                <a:gd name="GluePoint14Y" fmla="*/ 2627669 h 6857999"/>
                <a:gd name="GluePoint15X" fmla="*/ 280032 w 7294652"/>
                <a:gd name="GluePoint15Y" fmla="*/ 3472097 h 6857999"/>
                <a:gd name="GluePoint16X" fmla="*/ 327813 w 7294652"/>
                <a:gd name="GluePoint16Y" fmla="*/ 3884602 h 6857999"/>
                <a:gd name="GluePoint17X" fmla="*/ 469096 w 7294652"/>
                <a:gd name="GluePoint17Y" fmla="*/ 4270809 h 6857999"/>
                <a:gd name="GluePoint18X" fmla="*/ 567581 w 7294652"/>
                <a:gd name="GluePoint18Y" fmla="*/ 4452482 h 6857999"/>
                <a:gd name="GluePoint19X" fmla="*/ 680677 w 7294652"/>
                <a:gd name="GluePoint19Y" fmla="*/ 4628484 h 6857999"/>
                <a:gd name="GluePoint20X" fmla="*/ 941928 w 7294652"/>
                <a:gd name="GluePoint20Y" fmla="*/ 4968628 h 6857999"/>
                <a:gd name="GluePoint21X" fmla="*/ 1224665 w 7294652"/>
                <a:gd name="GluePoint21Y" fmla="*/ 5311349 h 6857999"/>
                <a:gd name="GluePoint22X" fmla="*/ 1365259 w 7294652"/>
                <a:gd name="GluePoint22Y" fmla="*/ 5490273 h 6857999"/>
                <a:gd name="GluePoint23X" fmla="*/ 1432808 w 7294652"/>
                <a:gd name="GluePoint23Y" fmla="*/ 5577931 h 6857999"/>
                <a:gd name="GluePoint24X" fmla="*/ 1498980 w 7294652"/>
                <a:gd name="GluePoint24Y" fmla="*/ 5662148 h 6857999"/>
                <a:gd name="GluePoint25X" fmla="*/ 2067548 w 7294652"/>
                <a:gd name="GluePoint25Y" fmla="*/ 6283312 h 6857999"/>
                <a:gd name="GluePoint26X" fmla="*/ 2369879 w 7294652"/>
                <a:gd name="GluePoint26Y" fmla="*/ 6562782 h 6857999"/>
                <a:gd name="GluePoint27X" fmla="*/ 2686645 w 7294652"/>
                <a:gd name="GluePoint27Y" fmla="*/ 6820598 h 6857999"/>
                <a:gd name="GluePoint28X" fmla="*/ 2738907 w 7294652"/>
                <a:gd name="GluePoint28Y" fmla="*/ 6857999 h 6857999"/>
                <a:gd name="GluePoint29X" fmla="*/ 1731787 w 7294652"/>
                <a:gd name="GluePoint29Y" fmla="*/ 6857999 h 6857999"/>
                <a:gd name="GluePoint30X" fmla="*/ 1607949 w 7294652"/>
                <a:gd name="GluePoint30Y" fmla="*/ 6732770 h 6857999"/>
                <a:gd name="GluePoint31X" fmla="*/ 1309057 w 7294652"/>
                <a:gd name="GluePoint31Y" fmla="*/ 6370109 h 6857999"/>
                <a:gd name="GluePoint32X" fmla="*/ 1048147 w 7294652"/>
                <a:gd name="GluePoint32Y" fmla="*/ 5986138 h 6857999"/>
                <a:gd name="GluePoint33X" fmla="*/ 987131 w 7294652"/>
                <a:gd name="GluePoint33Y" fmla="*/ 5888512 h 6857999"/>
                <a:gd name="GluePoint34X" fmla="*/ 928866 w 7294652"/>
                <a:gd name="GluePoint34Y" fmla="*/ 5793463 h 6857999"/>
                <a:gd name="GluePoint35X" fmla="*/ 813708 w 7294652"/>
                <a:gd name="GluePoint35Y" fmla="*/ 5609556 h 6857999"/>
                <a:gd name="GluePoint36X" fmla="*/ 574972 w 7294652"/>
                <a:gd name="GluePoint36Y" fmla="*/ 5231598 h 6857999"/>
                <a:gd name="GluePoint37X" fmla="*/ 342424 w 7294652"/>
                <a:gd name="GluePoint37Y" fmla="*/ 4834048 h 6857999"/>
                <a:gd name="GluePoint38X" fmla="*/ 237579 w 7294652"/>
                <a:gd name="GluePoint38Y" fmla="*/ 4623500 h 6857999"/>
                <a:gd name="GluePoint39X" fmla="*/ 148373 w 7294652"/>
                <a:gd name="GluePoint39Y" fmla="*/ 4404356 h 6857999"/>
                <a:gd name="GluePoint40X" fmla="*/ 79623 w 7294652"/>
                <a:gd name="GluePoint40Y" fmla="*/ 4175762 h 6857999"/>
                <a:gd name="GluePoint41X" fmla="*/ 54185 w 7294652"/>
                <a:gd name="GluePoint41Y" fmla="*/ 4059229 h 6857999"/>
                <a:gd name="GluePoint42X" fmla="*/ 43013 w 7294652"/>
                <a:gd name="GluePoint42Y" fmla="*/ 4000790 h 6857999"/>
                <a:gd name="GluePoint43X" fmla="*/ 33734 w 7294652"/>
                <a:gd name="GluePoint43Y" fmla="*/ 3942180 h 6857999"/>
                <a:gd name="GluePoint44X" fmla="*/ 45 w 7294652"/>
                <a:gd name="GluePoint44Y" fmla="*/ 3472097 h 6857999"/>
                <a:gd name="GluePoint45X" fmla="*/ 95436 w 7294652"/>
                <a:gd name="GluePoint45Y" fmla="*/ 2557372 h 6857999"/>
                <a:gd name="GluePoint46X" fmla="*/ 382126 w 7294652"/>
                <a:gd name="GluePoint46Y" fmla="*/ 1680799 h 6857999"/>
                <a:gd name="GluePoint47X" fmla="*/ 1457043 w 7294652"/>
                <a:gd name="GluePoint47Y" fmla="*/ 192176 h 685799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Lst>
              <a:rect l="textAreaLeft" t="textAreaTop" r="textAreaRight" b="textAreaBottom"/>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rotWithShape="0">
              <a:gsLst>
                <a:gs pos="2000">
                  <a:srgbClr val="ffffff">
                    <a:alpha val="10000"/>
                  </a:srgbClr>
                </a:gs>
                <a:gs pos="16000">
                  <a:srgbClr val="b27d49">
                    <a:alpha val="10000"/>
                  </a:srgbClr>
                </a:gs>
                <a:gs pos="85000">
                  <a:srgbClr val="a5300f">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lang="en-US" sz="1800" b="0" u="none" strike="noStrike">
                <a:solidFill>
                  <a:schemeClr val="lt1"/>
                </a:solidFill>
                <a:effectLst/>
                <a:uFillTx/>
                <a:latin typeface="Aptos"/>
              </a:endParaRPr>
            </a:p>
          </p:txBody>
        </p:sp>
        <p:sp>
          <p:nvSpPr>
            <p:cNvPr id="104" name="Freeform: Shape 2">
              <a:extLst>
                <a:ext uri="{C183D7F6-B498-43B3-948B-1728B52AA6E4}">
                  <adec:decorative xmlns:adec="http://schemas.microsoft.com/office/drawing/2017/decorative" val="1"/>
                </a:ext>
              </a:extLst>
            </p:cNvPr>
            <p:cNvSpPr/>
            <p:nvPr/>
          </p:nvSpPr>
          <p:spPr>
            <a:xfrm>
              <a:off x="4900680" y="5400"/>
              <a:ext cx="7290720" cy="6857280"/>
            </a:xfrm>
            <a:custGeom>
              <a:avLst/>
              <a:gdLst>
                <a:gd name="textAreaLeft" fmla="*/ 0 w 7290720"/>
                <a:gd name="textAreaRight" fmla="*/ 7291440 w 7290720"/>
                <a:gd name="textAreaTop" fmla="*/ 0 h 6857280"/>
                <a:gd name="textAreaBottom" fmla="*/ 6858000 h 6857280"/>
                <a:gd name="GluePoint1X" fmla="*/ 7291350 w 7291350"/>
                <a:gd name="GluePoint1Y" fmla="*/ 5718699 h 6858000"/>
                <a:gd name="GluePoint2X" fmla="*/ 7291350 w 7291350"/>
                <a:gd name="GluePoint2Y" fmla="*/ 6806115 h 6858000"/>
                <a:gd name="GluePoint3X" fmla="*/ 7224124 w 7291350"/>
                <a:gd name="GluePoint3Y" fmla="*/ 6858000 h 6858000"/>
                <a:gd name="GluePoint4X" fmla="*/ 5607142 w 7291350"/>
                <a:gd name="GluePoint4Y" fmla="*/ 6858000 h 6858000"/>
                <a:gd name="GluePoint5X" fmla="*/ 5736072 w 7291350"/>
                <a:gd name="GluePoint5Y" fmla="*/ 6801170 h 6858000"/>
                <a:gd name="GluePoint6X" fmla="*/ 6949826 w 7291350"/>
                <a:gd name="GluePoint6Y" fmla="*/ 5983707 h 6858000"/>
                <a:gd name="GluePoint7X" fmla="*/ 7220703 w 7291350"/>
                <a:gd name="GluePoint7Y" fmla="*/ 5773675 h 6858000"/>
                <a:gd name="GluePoint8X" fmla="*/ 7218419 w 7291350"/>
                <a:gd name="GluePoint8Y" fmla="*/ 0 h 6858000"/>
                <a:gd name="GluePoint9X" fmla="*/ 7291350 w 7291350"/>
                <a:gd name="GluePoint9Y" fmla="*/ 0 h 6858000"/>
                <a:gd name="GluePoint10X" fmla="*/ 7291350 w 7291350"/>
                <a:gd name="GluePoint10Y" fmla="*/ 50138 h 6858000"/>
                <a:gd name="GluePoint11X" fmla="*/ 1797607 w 7291350"/>
                <a:gd name="GluePoint11Y" fmla="*/ 0 h 6858000"/>
                <a:gd name="GluePoint12X" fmla="*/ 3385676 w 7291350"/>
                <a:gd name="GluePoint12Y" fmla="*/ 0 h 6858000"/>
                <a:gd name="GluePoint13X" fmla="*/ 3360567 w 7291350"/>
                <a:gd name="GluePoint13Y" fmla="*/ 11552 h 6858000"/>
                <a:gd name="GluePoint14X" fmla="*/ 2267395 w 7291350"/>
                <a:gd name="GluePoint14Y" fmla="*/ 725831 h 6858000"/>
                <a:gd name="GluePoint15X" fmla="*/ 1234074 w 7291350"/>
                <a:gd name="GluePoint15Y" fmla="*/ 2007171 h 6858000"/>
                <a:gd name="GluePoint16X" fmla="*/ 859383 w 7291350"/>
                <a:gd name="GluePoint16Y" fmla="*/ 3498372 h 6858000"/>
                <a:gd name="GluePoint17X" fmla="*/ 1479513 w 7291350"/>
                <a:gd name="GluePoint17Y" fmla="*/ 4883182 h 6858000"/>
                <a:gd name="GluePoint18X" fmla="*/ 1791985 w 7291350"/>
                <a:gd name="GluePoint18Y" fmla="*/ 5322671 h 6858000"/>
                <a:gd name="GluePoint19X" fmla="*/ 3397295 w 7291350"/>
                <a:gd name="GluePoint19Y" fmla="*/ 6784567 h 6858000"/>
                <a:gd name="GluePoint20X" fmla="*/ 3590446 w 7291350"/>
                <a:gd name="GluePoint20Y" fmla="*/ 6858000 h 6858000"/>
                <a:gd name="GluePoint21X" fmla="*/ 1970757 w 7291350"/>
                <a:gd name="GluePoint21Y" fmla="*/ 6858000 h 6858000"/>
                <a:gd name="GluePoint22X" fmla="*/ 1735872 w 7291350"/>
                <a:gd name="GluePoint22Y" fmla="*/ 6627685 h 6858000"/>
                <a:gd name="GluePoint23X" fmla="*/ 1080932 w 7291350"/>
                <a:gd name="GluePoint23Y" fmla="*/ 5805127 h 6858000"/>
                <a:gd name="GluePoint24X" fmla="*/ 0 w 7291350"/>
                <a:gd name="GluePoint24Y" fmla="*/ 3498372 h 6858000"/>
                <a:gd name="GluePoint25X" fmla="*/ 1708174 w 7291350"/>
                <a:gd name="GluePoint25Y" fmla="*/ 73302 h 6858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rotWithShape="0">
              <a:gsLst>
                <a:gs pos="2000">
                  <a:srgbClr val="ffffff">
                    <a:alpha val="10000"/>
                  </a:srgbClr>
                </a:gs>
                <a:gs pos="16000">
                  <a:srgbClr val="b27d49">
                    <a:alpha val="10000"/>
                  </a:srgbClr>
                </a:gs>
                <a:gs pos="85000">
                  <a:srgbClr val="a5300f">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lang="en-US" sz="1800" b="0" u="none" strike="noStrike">
                <a:solidFill>
                  <a:schemeClr val="lt1"/>
                </a:solidFill>
                <a:effectLst/>
                <a:uFillTx/>
                <a:latin typeface="Aptos"/>
              </a:endParaRPr>
            </a:p>
          </p:txBody>
        </p:sp>
        <p:sp>
          <p:nvSpPr>
            <p:cNvPr id="105" name="Freeform: Shape 3">
              <a:extLst>
                <a:ext uri="{C183D7F6-B498-43B3-948B-1728B52AA6E4}">
                  <adec:decorative xmlns:adec="http://schemas.microsoft.com/office/drawing/2017/decorative" val="1"/>
                </a:ext>
              </a:extLst>
            </p:cNvPr>
            <p:cNvSpPr/>
            <p:nvPr/>
          </p:nvSpPr>
          <p:spPr>
            <a:xfrm>
              <a:off x="4923000" y="5400"/>
              <a:ext cx="7268400" cy="6857280"/>
            </a:xfrm>
            <a:custGeom>
              <a:avLst/>
              <a:gdLst>
                <a:gd name="textAreaLeft" fmla="*/ 0 w 7268400"/>
                <a:gd name="textAreaRight" fmla="*/ 7269120 w 7268400"/>
                <a:gd name="textAreaTop" fmla="*/ 0 h 6857280"/>
                <a:gd name="textAreaBottom" fmla="*/ 6858000 h 6857280"/>
                <a:gd name="GluePoint1X" fmla="*/ 7269107 w 7269107"/>
                <a:gd name="GluePoint1Y" fmla="*/ 5518449 h 6858000"/>
                <a:gd name="GluePoint2X" fmla="*/ 7269107 w 7269107"/>
                <a:gd name="GluePoint2Y" fmla="*/ 6823281 h 6858000"/>
                <a:gd name="GluePoint3X" fmla="*/ 7224122 w 7269107"/>
                <a:gd name="GluePoint3Y" fmla="*/ 6858000 h 6858000"/>
                <a:gd name="GluePoint4X" fmla="*/ 4927054 w 7269107"/>
                <a:gd name="GluePoint4Y" fmla="*/ 6858000 h 6858000"/>
                <a:gd name="GluePoint5X" fmla="*/ 4982167 w 7269107"/>
                <a:gd name="GluePoint5Y" fmla="*/ 6852876 h 6858000"/>
                <a:gd name="GluePoint6X" fmla="*/ 5743768 w 7269107"/>
                <a:gd name="GluePoint6Y" fmla="*/ 6606245 h 6858000"/>
                <a:gd name="GluePoint7X" fmla="*/ 6843778 w 7269107"/>
                <a:gd name="GluePoint7Y" fmla="*/ 5848440 h 6858000"/>
                <a:gd name="GluePoint8X" fmla="*/ 7115515 w 7269107"/>
                <a:gd name="GluePoint8Y" fmla="*/ 5637891 h 6858000"/>
                <a:gd name="GluePoint9X" fmla="*/ 6870111 w 7269107"/>
                <a:gd name="GluePoint9Y" fmla="*/ 0 h 6858000"/>
                <a:gd name="GluePoint10X" fmla="*/ 7269107 w 7269107"/>
                <a:gd name="GluePoint10Y" fmla="*/ 0 h 6858000"/>
                <a:gd name="GluePoint11X" fmla="*/ 7269107 w 7269107"/>
                <a:gd name="GluePoint11Y" fmla="*/ 243137 h 6858000"/>
                <a:gd name="GluePoint12X" fmla="*/ 7089989 w 7269107"/>
                <a:gd name="GluePoint12Y" fmla="*/ 119955 h 6858000"/>
                <a:gd name="GluePoint13X" fmla="*/ 6952948 w 7269107"/>
                <a:gd name="GluePoint13Y" fmla="*/ 41521 h 6858000"/>
                <a:gd name="GluePoint14X" fmla="*/ 1797606 w 7269107"/>
                <a:gd name="GluePoint14Y" fmla="*/ 0 h 6858000"/>
                <a:gd name="GluePoint15X" fmla="*/ 3815328 w 7269107"/>
                <a:gd name="GluePoint15Y" fmla="*/ 0 h 6858000"/>
                <a:gd name="GluePoint16X" fmla="*/ 3627371 w 7269107"/>
                <a:gd name="GluePoint16Y" fmla="*/ 77142 h 6858000"/>
                <a:gd name="GluePoint17X" fmla="*/ 2379115 w 7269107"/>
                <a:gd name="GluePoint17Y" fmla="*/ 856285 h 6858000"/>
                <a:gd name="GluePoint18X" fmla="*/ 1386699 w 7269107"/>
                <a:gd name="GluePoint18Y" fmla="*/ 2086062 h 6858000"/>
                <a:gd name="GluePoint19X" fmla="*/ 1031258 w 7269107"/>
                <a:gd name="GluePoint19Y" fmla="*/ 3498372 h 6858000"/>
                <a:gd name="GluePoint20X" fmla="*/ 1618904 w 7269107"/>
                <a:gd name="GluePoint20Y" fmla="*/ 4781604 h 6858000"/>
                <a:gd name="GluePoint21X" fmla="*/ 1934812 w 7269107"/>
                <a:gd name="GluePoint21Y" fmla="*/ 5225904 h 6858000"/>
                <a:gd name="GluePoint22X" fmla="*/ 3140010 w 7269107"/>
                <a:gd name="GluePoint22Y" fmla="*/ 6456196 h 6858000"/>
                <a:gd name="GluePoint23X" fmla="*/ 4281662 w 7269107"/>
                <a:gd name="GluePoint23Y" fmla="*/ 6843305 h 6858000"/>
                <a:gd name="GluePoint24X" fmla="*/ 4449058 w 7269107"/>
                <a:gd name="GluePoint24Y" fmla="*/ 6858000 h 6858000"/>
                <a:gd name="GluePoint25X" fmla="*/ 1970756 w 7269107"/>
                <a:gd name="GluePoint25Y" fmla="*/ 6858000 h 6858000"/>
                <a:gd name="GluePoint26X" fmla="*/ 1735871 w 7269107"/>
                <a:gd name="GluePoint26Y" fmla="*/ 6627685 h 6858000"/>
                <a:gd name="GluePoint27X" fmla="*/ 1080930 w 7269107"/>
                <a:gd name="GluePoint27Y" fmla="*/ 5805127 h 6858000"/>
                <a:gd name="GluePoint28X" fmla="*/ 0 w 7269107"/>
                <a:gd name="GluePoint28Y" fmla="*/ 3498372 h 6858000"/>
                <a:gd name="GluePoint29X" fmla="*/ 1708172 w 7269107"/>
                <a:gd name="GluePoint29Y" fmla="*/ 73302 h 6858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Lst>
              <a:rect l="textAreaLeft" t="textAreaTop" r="textAreaRight" b="textAreaBottom"/>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rotWithShape="0">
              <a:gsLst>
                <a:gs pos="2000">
                  <a:srgbClr val="ffffff">
                    <a:alpha val="10000"/>
                  </a:srgbClr>
                </a:gs>
                <a:gs pos="56000">
                  <a:srgbClr val="b27d49">
                    <a:alpha val="10000"/>
                  </a:srgbClr>
                </a:gs>
                <a:gs pos="85000">
                  <a:srgbClr val="a5300f">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lang="en-US" sz="1800" b="0" u="none" strike="noStrike">
                <a:solidFill>
                  <a:schemeClr val="lt1"/>
                </a:solidFill>
                <a:effectLst/>
                <a:uFillTx/>
                <a:latin typeface="Aptos"/>
              </a:endParaRPr>
            </a:p>
          </p:txBody>
        </p:sp>
      </p:grpSp>
      <p:pic>
        <p:nvPicPr>
          <p:cNvPr id="106" name=""/>
          <p:cNvPicPr/>
          <p:nvPr/>
        </p:nvPicPr>
        <p:blipFill>
          <a:blip r:embed="rId1"/>
          <a:stretch/>
        </p:blipFill>
        <p:spPr>
          <a:xfrm>
            <a:off x="1909800" y="217440"/>
            <a:ext cx="7919640" cy="664020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07" name="Rectangle 3">
            <a:extLst>
              <a:ext uri="{C183D7F6-B498-43B3-948B-1728B52AA6E4}">
                <adec:decorative xmlns:adec="http://schemas.microsoft.com/office/drawing/2017/decorative" val="1"/>
              </a:ext>
            </a:extLst>
          </p:cNvPr>
          <p:cNvSpPr/>
          <p:nvPr/>
        </p:nvSpPr>
        <p:spPr>
          <a:xfrm>
            <a:off x="0" y="0"/>
            <a:ext cx="12191040" cy="68572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Aptos"/>
            </a:endParaRPr>
          </a:p>
        </p:txBody>
      </p:sp>
      <p:sp>
        <p:nvSpPr>
          <p:cNvPr id="108" name="Rectangle 4">
            <a:extLst>
              <a:ext uri="{C183D7F6-B498-43B3-948B-1728B52AA6E4}">
                <adec:decorative xmlns:adec="http://schemas.microsoft.com/office/drawing/2017/decorative" val="1"/>
              </a:ext>
            </a:extLst>
          </p:cNvPr>
          <p:cNvSpPr/>
          <p:nvPr/>
        </p:nvSpPr>
        <p:spPr>
          <a:xfrm>
            <a:off x="360" y="0"/>
            <a:ext cx="12191040" cy="685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800" b="0" u="none" strike="noStrike">
              <a:solidFill>
                <a:schemeClr val="lt1"/>
              </a:solidFill>
              <a:effectLst/>
              <a:uFillTx/>
              <a:latin typeface="Aptos"/>
            </a:endParaRPr>
          </a:p>
        </p:txBody>
      </p:sp>
      <p:grpSp>
        <p:nvGrpSpPr>
          <p:cNvPr id="109" name="Group 2">
            <a:extLst>
              <a:ext uri="{C183D7F6-B498-43B3-948B-1728B52AA6E4}">
                <adec:decorative xmlns:adec="http://schemas.microsoft.com/office/drawing/2017/decorative" val="1"/>
              </a:ext>
            </a:extLst>
          </p:cNvPr>
          <p:cNvGrpSpPr/>
          <p:nvPr/>
        </p:nvGrpSpPr>
        <p:grpSpPr>
          <a:xfrm>
            <a:off x="4897440" y="5400"/>
            <a:ext cx="7293960" cy="6857280"/>
            <a:chOff x="4897440" y="5400"/>
            <a:chExt cx="7293960" cy="6857280"/>
          </a:xfrm>
        </p:grpSpPr>
        <p:sp>
          <p:nvSpPr>
            <p:cNvPr id="110" name="Freeform: Shape 4">
              <a:extLst>
                <a:ext uri="{C183D7F6-B498-43B3-948B-1728B52AA6E4}">
                  <adec:decorative xmlns:adec="http://schemas.microsoft.com/office/drawing/2017/decorative" val="1"/>
                </a:ext>
              </a:extLst>
            </p:cNvPr>
            <p:cNvSpPr/>
            <p:nvPr/>
          </p:nvSpPr>
          <p:spPr>
            <a:xfrm>
              <a:off x="4897440" y="5400"/>
              <a:ext cx="7293960" cy="6857280"/>
            </a:xfrm>
            <a:custGeom>
              <a:avLst/>
              <a:gdLst>
                <a:gd name="textAreaLeft" fmla="*/ 0 w 7293960"/>
                <a:gd name="textAreaRight" fmla="*/ 7294680 w 7293960"/>
                <a:gd name="textAreaTop" fmla="*/ 0 h 6857280"/>
                <a:gd name="textAreaBottom" fmla="*/ 6858000 h 6857280"/>
                <a:gd name="GluePoint1X" fmla="*/ 7294652 w 7294652"/>
                <a:gd name="GluePoint1Y" fmla="*/ 6063030 h 6857999"/>
                <a:gd name="GluePoint2X" fmla="*/ 7294652 w 7294652"/>
                <a:gd name="GluePoint2Y" fmla="*/ 6857999 h 6857999"/>
                <a:gd name="GluePoint3X" fmla="*/ 6248575 w 7294652"/>
                <a:gd name="GluePoint3Y" fmla="*/ 6857999 h 6857999"/>
                <a:gd name="GluePoint4X" fmla="*/ 6477898 w 7294652"/>
                <a:gd name="GluePoint4Y" fmla="*/ 6700973 h 6857999"/>
                <a:gd name="GluePoint5X" fmla="*/ 6647884 w 7294652"/>
                <a:gd name="GluePoint5Y" fmla="*/ 6572752 h 6857999"/>
                <a:gd name="GluePoint6X" fmla="*/ 6817698 w 7294652"/>
                <a:gd name="GluePoint6Y" fmla="*/ 6440235 h 6857999"/>
                <a:gd name="GluePoint7X" fmla="*/ 7161451 w 7294652"/>
                <a:gd name="GluePoint7Y" fmla="*/ 6165232 h 6857999"/>
                <a:gd name="GluePoint8X" fmla="*/ 1673436 w 7294652"/>
                <a:gd name="GluePoint8Y" fmla="*/ 0 h 6857999"/>
                <a:gd name="GluePoint9X" fmla="*/ 2394951 w 7294652"/>
                <a:gd name="GluePoint9Y" fmla="*/ 0 h 6857999"/>
                <a:gd name="GluePoint10X" fmla="*/ 2244659 w 7294652"/>
                <a:gd name="GluePoint10Y" fmla="*/ 100763 h 6857999"/>
                <a:gd name="GluePoint11X" fmla="*/ 1743903 w 7294652"/>
                <a:gd name="GluePoint11Y" fmla="*/ 498975 h 6857999"/>
                <a:gd name="GluePoint12X" fmla="*/ 1163821 w 7294652"/>
                <a:gd name="GluePoint12Y" fmla="*/ 1121514 h 6857999"/>
                <a:gd name="GluePoint13X" fmla="*/ 704911 w 7294652"/>
                <a:gd name="GluePoint13Y" fmla="*/ 1837036 h 6857999"/>
                <a:gd name="GluePoint14X" fmla="*/ 393472 w 7294652"/>
                <a:gd name="GluePoint14Y" fmla="*/ 2627669 h 6857999"/>
                <a:gd name="GluePoint15X" fmla="*/ 280032 w 7294652"/>
                <a:gd name="GluePoint15Y" fmla="*/ 3472097 h 6857999"/>
                <a:gd name="GluePoint16X" fmla="*/ 327813 w 7294652"/>
                <a:gd name="GluePoint16Y" fmla="*/ 3884602 h 6857999"/>
                <a:gd name="GluePoint17X" fmla="*/ 469096 w 7294652"/>
                <a:gd name="GluePoint17Y" fmla="*/ 4270809 h 6857999"/>
                <a:gd name="GluePoint18X" fmla="*/ 567581 w 7294652"/>
                <a:gd name="GluePoint18Y" fmla="*/ 4452482 h 6857999"/>
                <a:gd name="GluePoint19X" fmla="*/ 680677 w 7294652"/>
                <a:gd name="GluePoint19Y" fmla="*/ 4628484 h 6857999"/>
                <a:gd name="GluePoint20X" fmla="*/ 941928 w 7294652"/>
                <a:gd name="GluePoint20Y" fmla="*/ 4968628 h 6857999"/>
                <a:gd name="GluePoint21X" fmla="*/ 1224665 w 7294652"/>
                <a:gd name="GluePoint21Y" fmla="*/ 5311349 h 6857999"/>
                <a:gd name="GluePoint22X" fmla="*/ 1365259 w 7294652"/>
                <a:gd name="GluePoint22Y" fmla="*/ 5490273 h 6857999"/>
                <a:gd name="GluePoint23X" fmla="*/ 1432808 w 7294652"/>
                <a:gd name="GluePoint23Y" fmla="*/ 5577931 h 6857999"/>
                <a:gd name="GluePoint24X" fmla="*/ 1498980 w 7294652"/>
                <a:gd name="GluePoint24Y" fmla="*/ 5662148 h 6857999"/>
                <a:gd name="GluePoint25X" fmla="*/ 2067548 w 7294652"/>
                <a:gd name="GluePoint25Y" fmla="*/ 6283312 h 6857999"/>
                <a:gd name="GluePoint26X" fmla="*/ 2369879 w 7294652"/>
                <a:gd name="GluePoint26Y" fmla="*/ 6562782 h 6857999"/>
                <a:gd name="GluePoint27X" fmla="*/ 2686645 w 7294652"/>
                <a:gd name="GluePoint27Y" fmla="*/ 6820598 h 6857999"/>
                <a:gd name="GluePoint28X" fmla="*/ 2738907 w 7294652"/>
                <a:gd name="GluePoint28Y" fmla="*/ 6857999 h 6857999"/>
                <a:gd name="GluePoint29X" fmla="*/ 1731787 w 7294652"/>
                <a:gd name="GluePoint29Y" fmla="*/ 6857999 h 6857999"/>
                <a:gd name="GluePoint30X" fmla="*/ 1607949 w 7294652"/>
                <a:gd name="GluePoint30Y" fmla="*/ 6732770 h 6857999"/>
                <a:gd name="GluePoint31X" fmla="*/ 1309057 w 7294652"/>
                <a:gd name="GluePoint31Y" fmla="*/ 6370109 h 6857999"/>
                <a:gd name="GluePoint32X" fmla="*/ 1048147 w 7294652"/>
                <a:gd name="GluePoint32Y" fmla="*/ 5986138 h 6857999"/>
                <a:gd name="GluePoint33X" fmla="*/ 987131 w 7294652"/>
                <a:gd name="GluePoint33Y" fmla="*/ 5888512 h 6857999"/>
                <a:gd name="GluePoint34X" fmla="*/ 928866 w 7294652"/>
                <a:gd name="GluePoint34Y" fmla="*/ 5793463 h 6857999"/>
                <a:gd name="GluePoint35X" fmla="*/ 813708 w 7294652"/>
                <a:gd name="GluePoint35Y" fmla="*/ 5609556 h 6857999"/>
                <a:gd name="GluePoint36X" fmla="*/ 574972 w 7294652"/>
                <a:gd name="GluePoint36Y" fmla="*/ 5231598 h 6857999"/>
                <a:gd name="GluePoint37X" fmla="*/ 342424 w 7294652"/>
                <a:gd name="GluePoint37Y" fmla="*/ 4834048 h 6857999"/>
                <a:gd name="GluePoint38X" fmla="*/ 237579 w 7294652"/>
                <a:gd name="GluePoint38Y" fmla="*/ 4623500 h 6857999"/>
                <a:gd name="GluePoint39X" fmla="*/ 148373 w 7294652"/>
                <a:gd name="GluePoint39Y" fmla="*/ 4404356 h 6857999"/>
                <a:gd name="GluePoint40X" fmla="*/ 79623 w 7294652"/>
                <a:gd name="GluePoint40Y" fmla="*/ 4175762 h 6857999"/>
                <a:gd name="GluePoint41X" fmla="*/ 54185 w 7294652"/>
                <a:gd name="GluePoint41Y" fmla="*/ 4059229 h 6857999"/>
                <a:gd name="GluePoint42X" fmla="*/ 43013 w 7294652"/>
                <a:gd name="GluePoint42Y" fmla="*/ 4000790 h 6857999"/>
                <a:gd name="GluePoint43X" fmla="*/ 33734 w 7294652"/>
                <a:gd name="GluePoint43Y" fmla="*/ 3942180 h 6857999"/>
                <a:gd name="GluePoint44X" fmla="*/ 45 w 7294652"/>
                <a:gd name="GluePoint44Y" fmla="*/ 3472097 h 6857999"/>
                <a:gd name="GluePoint45X" fmla="*/ 95436 w 7294652"/>
                <a:gd name="GluePoint45Y" fmla="*/ 2557372 h 6857999"/>
                <a:gd name="GluePoint46X" fmla="*/ 382126 w 7294652"/>
                <a:gd name="GluePoint46Y" fmla="*/ 1680799 h 6857999"/>
                <a:gd name="GluePoint47X" fmla="*/ 1457043 w 7294652"/>
                <a:gd name="GluePoint47Y" fmla="*/ 192176 h 685799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Lst>
              <a:rect l="textAreaLeft" t="textAreaTop" r="textAreaRight" b="textAreaBottom"/>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rotWithShape="0">
              <a:gsLst>
                <a:gs pos="2000">
                  <a:srgbClr val="ffffff">
                    <a:alpha val="10000"/>
                  </a:srgbClr>
                </a:gs>
                <a:gs pos="16000">
                  <a:srgbClr val="b27d49">
                    <a:alpha val="10000"/>
                  </a:srgbClr>
                </a:gs>
                <a:gs pos="85000">
                  <a:srgbClr val="a5300f">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Aptos"/>
              </a:endParaRPr>
            </a:p>
          </p:txBody>
        </p:sp>
        <p:sp>
          <p:nvSpPr>
            <p:cNvPr id="111" name="Freeform: Shape 5">
              <a:extLst>
                <a:ext uri="{C183D7F6-B498-43B3-948B-1728B52AA6E4}">
                  <adec:decorative xmlns:adec="http://schemas.microsoft.com/office/drawing/2017/decorative" val="1"/>
                </a:ext>
              </a:extLst>
            </p:cNvPr>
            <p:cNvSpPr/>
            <p:nvPr/>
          </p:nvSpPr>
          <p:spPr>
            <a:xfrm>
              <a:off x="4900680" y="5400"/>
              <a:ext cx="7290720" cy="6857280"/>
            </a:xfrm>
            <a:custGeom>
              <a:avLst/>
              <a:gdLst>
                <a:gd name="textAreaLeft" fmla="*/ 0 w 7290720"/>
                <a:gd name="textAreaRight" fmla="*/ 7291440 w 7290720"/>
                <a:gd name="textAreaTop" fmla="*/ 0 h 6857280"/>
                <a:gd name="textAreaBottom" fmla="*/ 6858000 h 6857280"/>
                <a:gd name="GluePoint1X" fmla="*/ 7291350 w 7291350"/>
                <a:gd name="GluePoint1Y" fmla="*/ 5718699 h 6858000"/>
                <a:gd name="GluePoint2X" fmla="*/ 7291350 w 7291350"/>
                <a:gd name="GluePoint2Y" fmla="*/ 6806115 h 6858000"/>
                <a:gd name="GluePoint3X" fmla="*/ 7224124 w 7291350"/>
                <a:gd name="GluePoint3Y" fmla="*/ 6858000 h 6858000"/>
                <a:gd name="GluePoint4X" fmla="*/ 5607142 w 7291350"/>
                <a:gd name="GluePoint4Y" fmla="*/ 6858000 h 6858000"/>
                <a:gd name="GluePoint5X" fmla="*/ 5736072 w 7291350"/>
                <a:gd name="GluePoint5Y" fmla="*/ 6801170 h 6858000"/>
                <a:gd name="GluePoint6X" fmla="*/ 6949826 w 7291350"/>
                <a:gd name="GluePoint6Y" fmla="*/ 5983707 h 6858000"/>
                <a:gd name="GluePoint7X" fmla="*/ 7220703 w 7291350"/>
                <a:gd name="GluePoint7Y" fmla="*/ 5773675 h 6858000"/>
                <a:gd name="GluePoint8X" fmla="*/ 7218419 w 7291350"/>
                <a:gd name="GluePoint8Y" fmla="*/ 0 h 6858000"/>
                <a:gd name="GluePoint9X" fmla="*/ 7291350 w 7291350"/>
                <a:gd name="GluePoint9Y" fmla="*/ 0 h 6858000"/>
                <a:gd name="GluePoint10X" fmla="*/ 7291350 w 7291350"/>
                <a:gd name="GluePoint10Y" fmla="*/ 50138 h 6858000"/>
                <a:gd name="GluePoint11X" fmla="*/ 1797607 w 7291350"/>
                <a:gd name="GluePoint11Y" fmla="*/ 0 h 6858000"/>
                <a:gd name="GluePoint12X" fmla="*/ 3385676 w 7291350"/>
                <a:gd name="GluePoint12Y" fmla="*/ 0 h 6858000"/>
                <a:gd name="GluePoint13X" fmla="*/ 3360567 w 7291350"/>
                <a:gd name="GluePoint13Y" fmla="*/ 11552 h 6858000"/>
                <a:gd name="GluePoint14X" fmla="*/ 2267395 w 7291350"/>
                <a:gd name="GluePoint14Y" fmla="*/ 725831 h 6858000"/>
                <a:gd name="GluePoint15X" fmla="*/ 1234074 w 7291350"/>
                <a:gd name="GluePoint15Y" fmla="*/ 2007171 h 6858000"/>
                <a:gd name="GluePoint16X" fmla="*/ 859383 w 7291350"/>
                <a:gd name="GluePoint16Y" fmla="*/ 3498372 h 6858000"/>
                <a:gd name="GluePoint17X" fmla="*/ 1479513 w 7291350"/>
                <a:gd name="GluePoint17Y" fmla="*/ 4883182 h 6858000"/>
                <a:gd name="GluePoint18X" fmla="*/ 1791985 w 7291350"/>
                <a:gd name="GluePoint18Y" fmla="*/ 5322671 h 6858000"/>
                <a:gd name="GluePoint19X" fmla="*/ 3397295 w 7291350"/>
                <a:gd name="GluePoint19Y" fmla="*/ 6784567 h 6858000"/>
                <a:gd name="GluePoint20X" fmla="*/ 3590446 w 7291350"/>
                <a:gd name="GluePoint20Y" fmla="*/ 6858000 h 6858000"/>
                <a:gd name="GluePoint21X" fmla="*/ 1970757 w 7291350"/>
                <a:gd name="GluePoint21Y" fmla="*/ 6858000 h 6858000"/>
                <a:gd name="GluePoint22X" fmla="*/ 1735872 w 7291350"/>
                <a:gd name="GluePoint22Y" fmla="*/ 6627685 h 6858000"/>
                <a:gd name="GluePoint23X" fmla="*/ 1080932 w 7291350"/>
                <a:gd name="GluePoint23Y" fmla="*/ 5805127 h 6858000"/>
                <a:gd name="GluePoint24X" fmla="*/ 0 w 7291350"/>
                <a:gd name="GluePoint24Y" fmla="*/ 3498372 h 6858000"/>
                <a:gd name="GluePoint25X" fmla="*/ 1708174 w 7291350"/>
                <a:gd name="GluePoint25Y" fmla="*/ 73302 h 6858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rotWithShape="0">
              <a:gsLst>
                <a:gs pos="2000">
                  <a:srgbClr val="ffffff">
                    <a:alpha val="10000"/>
                  </a:srgbClr>
                </a:gs>
                <a:gs pos="16000">
                  <a:srgbClr val="b27d49">
                    <a:alpha val="10000"/>
                  </a:srgbClr>
                </a:gs>
                <a:gs pos="85000">
                  <a:srgbClr val="a5300f">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Aptos"/>
              </a:endParaRPr>
            </a:p>
          </p:txBody>
        </p:sp>
        <p:sp>
          <p:nvSpPr>
            <p:cNvPr id="112" name="Freeform: Shape 6">
              <a:extLst>
                <a:ext uri="{C183D7F6-B498-43B3-948B-1728B52AA6E4}">
                  <adec:decorative xmlns:adec="http://schemas.microsoft.com/office/drawing/2017/decorative" val="1"/>
                </a:ext>
              </a:extLst>
            </p:cNvPr>
            <p:cNvSpPr/>
            <p:nvPr/>
          </p:nvSpPr>
          <p:spPr>
            <a:xfrm>
              <a:off x="4923000" y="5400"/>
              <a:ext cx="7268400" cy="6857280"/>
            </a:xfrm>
            <a:custGeom>
              <a:avLst/>
              <a:gdLst>
                <a:gd name="textAreaLeft" fmla="*/ 0 w 7268400"/>
                <a:gd name="textAreaRight" fmla="*/ 7269120 w 7268400"/>
                <a:gd name="textAreaTop" fmla="*/ 0 h 6857280"/>
                <a:gd name="textAreaBottom" fmla="*/ 6858000 h 6857280"/>
                <a:gd name="GluePoint1X" fmla="*/ 7269107 w 7269107"/>
                <a:gd name="GluePoint1Y" fmla="*/ 5518449 h 6858000"/>
                <a:gd name="GluePoint2X" fmla="*/ 7269107 w 7269107"/>
                <a:gd name="GluePoint2Y" fmla="*/ 6823281 h 6858000"/>
                <a:gd name="GluePoint3X" fmla="*/ 7224122 w 7269107"/>
                <a:gd name="GluePoint3Y" fmla="*/ 6858000 h 6858000"/>
                <a:gd name="GluePoint4X" fmla="*/ 4927054 w 7269107"/>
                <a:gd name="GluePoint4Y" fmla="*/ 6858000 h 6858000"/>
                <a:gd name="GluePoint5X" fmla="*/ 4982167 w 7269107"/>
                <a:gd name="GluePoint5Y" fmla="*/ 6852876 h 6858000"/>
                <a:gd name="GluePoint6X" fmla="*/ 5743768 w 7269107"/>
                <a:gd name="GluePoint6Y" fmla="*/ 6606245 h 6858000"/>
                <a:gd name="GluePoint7X" fmla="*/ 6843778 w 7269107"/>
                <a:gd name="GluePoint7Y" fmla="*/ 5848440 h 6858000"/>
                <a:gd name="GluePoint8X" fmla="*/ 7115515 w 7269107"/>
                <a:gd name="GluePoint8Y" fmla="*/ 5637891 h 6858000"/>
                <a:gd name="GluePoint9X" fmla="*/ 6870111 w 7269107"/>
                <a:gd name="GluePoint9Y" fmla="*/ 0 h 6858000"/>
                <a:gd name="GluePoint10X" fmla="*/ 7269107 w 7269107"/>
                <a:gd name="GluePoint10Y" fmla="*/ 0 h 6858000"/>
                <a:gd name="GluePoint11X" fmla="*/ 7269107 w 7269107"/>
                <a:gd name="GluePoint11Y" fmla="*/ 243137 h 6858000"/>
                <a:gd name="GluePoint12X" fmla="*/ 7089989 w 7269107"/>
                <a:gd name="GluePoint12Y" fmla="*/ 119955 h 6858000"/>
                <a:gd name="GluePoint13X" fmla="*/ 6952948 w 7269107"/>
                <a:gd name="GluePoint13Y" fmla="*/ 41521 h 6858000"/>
                <a:gd name="GluePoint14X" fmla="*/ 1797606 w 7269107"/>
                <a:gd name="GluePoint14Y" fmla="*/ 0 h 6858000"/>
                <a:gd name="GluePoint15X" fmla="*/ 3815328 w 7269107"/>
                <a:gd name="GluePoint15Y" fmla="*/ 0 h 6858000"/>
                <a:gd name="GluePoint16X" fmla="*/ 3627371 w 7269107"/>
                <a:gd name="GluePoint16Y" fmla="*/ 77142 h 6858000"/>
                <a:gd name="GluePoint17X" fmla="*/ 2379115 w 7269107"/>
                <a:gd name="GluePoint17Y" fmla="*/ 856285 h 6858000"/>
                <a:gd name="GluePoint18X" fmla="*/ 1386699 w 7269107"/>
                <a:gd name="GluePoint18Y" fmla="*/ 2086062 h 6858000"/>
                <a:gd name="GluePoint19X" fmla="*/ 1031258 w 7269107"/>
                <a:gd name="GluePoint19Y" fmla="*/ 3498372 h 6858000"/>
                <a:gd name="GluePoint20X" fmla="*/ 1618904 w 7269107"/>
                <a:gd name="GluePoint20Y" fmla="*/ 4781604 h 6858000"/>
                <a:gd name="GluePoint21X" fmla="*/ 1934812 w 7269107"/>
                <a:gd name="GluePoint21Y" fmla="*/ 5225904 h 6858000"/>
                <a:gd name="GluePoint22X" fmla="*/ 3140010 w 7269107"/>
                <a:gd name="GluePoint22Y" fmla="*/ 6456196 h 6858000"/>
                <a:gd name="GluePoint23X" fmla="*/ 4281662 w 7269107"/>
                <a:gd name="GluePoint23Y" fmla="*/ 6843305 h 6858000"/>
                <a:gd name="GluePoint24X" fmla="*/ 4449058 w 7269107"/>
                <a:gd name="GluePoint24Y" fmla="*/ 6858000 h 6858000"/>
                <a:gd name="GluePoint25X" fmla="*/ 1970756 w 7269107"/>
                <a:gd name="GluePoint25Y" fmla="*/ 6858000 h 6858000"/>
                <a:gd name="GluePoint26X" fmla="*/ 1735871 w 7269107"/>
                <a:gd name="GluePoint26Y" fmla="*/ 6627685 h 6858000"/>
                <a:gd name="GluePoint27X" fmla="*/ 1080930 w 7269107"/>
                <a:gd name="GluePoint27Y" fmla="*/ 5805127 h 6858000"/>
                <a:gd name="GluePoint28X" fmla="*/ 0 w 7269107"/>
                <a:gd name="GluePoint28Y" fmla="*/ 3498372 h 6858000"/>
                <a:gd name="GluePoint29X" fmla="*/ 1708172 w 7269107"/>
                <a:gd name="GluePoint29Y" fmla="*/ 73302 h 6858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Lst>
              <a:rect l="textAreaLeft" t="textAreaTop" r="textAreaRight" b="textAreaBottom"/>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rotWithShape="0">
              <a:gsLst>
                <a:gs pos="2000">
                  <a:srgbClr val="ffffff">
                    <a:alpha val="10000"/>
                  </a:srgbClr>
                </a:gs>
                <a:gs pos="56000">
                  <a:srgbClr val="b27d49">
                    <a:alpha val="10000"/>
                  </a:srgbClr>
                </a:gs>
                <a:gs pos="85000">
                  <a:srgbClr val="a5300f">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Aptos"/>
              </a:endParaRPr>
            </a:p>
          </p:txBody>
        </p:sp>
      </p:grpSp>
      <p:pic>
        <p:nvPicPr>
          <p:cNvPr id="113" name=""/>
          <p:cNvPicPr/>
          <p:nvPr/>
        </p:nvPicPr>
        <p:blipFill>
          <a:blip r:embed="rId1"/>
          <a:stretch/>
        </p:blipFill>
        <p:spPr>
          <a:xfrm>
            <a:off x="3297240" y="11520"/>
            <a:ext cx="5612760" cy="68576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14" name="Rectangle 5">
            <a:extLst>
              <a:ext uri="{C183D7F6-B498-43B3-948B-1728B52AA6E4}">
                <adec:decorative xmlns:adec="http://schemas.microsoft.com/office/drawing/2017/decorative" val="1"/>
              </a:ext>
            </a:extLst>
          </p:cNvPr>
          <p:cNvSpPr/>
          <p:nvPr/>
        </p:nvSpPr>
        <p:spPr>
          <a:xfrm>
            <a:off x="0" y="0"/>
            <a:ext cx="12191040" cy="685728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Aptos"/>
            </a:endParaRPr>
          </a:p>
        </p:txBody>
      </p:sp>
      <p:sp>
        <p:nvSpPr>
          <p:cNvPr id="115" name="Rectangle 6">
            <a:extLst>
              <a:ext uri="{C183D7F6-B498-43B3-948B-1728B52AA6E4}">
                <adec:decorative xmlns:adec="http://schemas.microsoft.com/office/drawing/2017/decorative" val="1"/>
              </a:ext>
            </a:extLst>
          </p:cNvPr>
          <p:cNvSpPr/>
          <p:nvPr/>
        </p:nvSpPr>
        <p:spPr>
          <a:xfrm>
            <a:off x="360" y="0"/>
            <a:ext cx="12191040" cy="68572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800" b="0" u="none" strike="noStrike">
              <a:solidFill>
                <a:schemeClr val="lt1"/>
              </a:solidFill>
              <a:effectLst/>
              <a:uFillTx/>
              <a:latin typeface="Aptos"/>
            </a:endParaRPr>
          </a:p>
        </p:txBody>
      </p:sp>
      <p:sp>
        <p:nvSpPr>
          <p:cNvPr id="116" name="PlaceHolder 1"/>
          <p:cNvSpPr>
            <a:spLocks noGrp="1"/>
          </p:cNvSpPr>
          <p:nvPr>
            <p:ph type="title"/>
          </p:nvPr>
        </p:nvSpPr>
        <p:spPr>
          <a:xfrm>
            <a:off x="804600" y="1243080"/>
            <a:ext cx="3854880" cy="4371120"/>
          </a:xfrm>
          <a:prstGeom prst="rect">
            <a:avLst/>
          </a:prstGeom>
          <a:noFill/>
          <a:ln w="0">
            <a:noFill/>
          </a:ln>
        </p:spPr>
        <p:txBody>
          <a:bodyPr lIns="91440" rIns="91440" tIns="45720" bIns="45720" anchor="ctr">
            <a:normAutofit/>
          </a:bodyPr>
          <a:p>
            <a:pPr indent="0" defTabSz="914400">
              <a:lnSpc>
                <a:spcPct val="90000"/>
              </a:lnSpc>
              <a:buNone/>
              <a:tabLst>
                <a:tab algn="l" pos="0"/>
              </a:tabLst>
            </a:pPr>
            <a:r>
              <a:rPr lang="pt-BR" sz="3600" b="0" u="none" strike="noStrike">
                <a:solidFill>
                  <a:schemeClr val="dk2"/>
                </a:solidFill>
                <a:effectLst/>
                <a:uFillTx/>
                <a:latin typeface="Aptos Display"/>
              </a:rPr>
              <a:t>Metric examples</a:t>
            </a:r>
            <a:endParaRPr lang="en-US" sz="3600" b="0" u="none" strike="noStrike">
              <a:solidFill>
                <a:srgbClr val="000000"/>
              </a:solidFill>
              <a:effectLst/>
              <a:uFillTx/>
              <a:latin typeface="Arial"/>
            </a:endParaRPr>
          </a:p>
        </p:txBody>
      </p:sp>
      <p:grpSp>
        <p:nvGrpSpPr>
          <p:cNvPr id="117" name="Group 3">
            <a:extLst>
              <a:ext uri="{C183D7F6-B498-43B3-948B-1728B52AA6E4}">
                <adec:decorative xmlns:adec="http://schemas.microsoft.com/office/drawing/2017/decorative" val="1"/>
              </a:ext>
            </a:extLst>
          </p:cNvPr>
          <p:cNvGrpSpPr/>
          <p:nvPr/>
        </p:nvGrpSpPr>
        <p:grpSpPr>
          <a:xfrm>
            <a:off x="4897440" y="5400"/>
            <a:ext cx="7293960" cy="6857280"/>
            <a:chOff x="4897440" y="5400"/>
            <a:chExt cx="7293960" cy="6857280"/>
          </a:xfrm>
        </p:grpSpPr>
        <p:sp>
          <p:nvSpPr>
            <p:cNvPr id="118" name="Freeform: Shape 7">
              <a:extLst>
                <a:ext uri="{C183D7F6-B498-43B3-948B-1728B52AA6E4}">
                  <adec:decorative xmlns:adec="http://schemas.microsoft.com/office/drawing/2017/decorative" val="1"/>
                </a:ext>
              </a:extLst>
            </p:cNvPr>
            <p:cNvSpPr/>
            <p:nvPr/>
          </p:nvSpPr>
          <p:spPr>
            <a:xfrm>
              <a:off x="4897440" y="5400"/>
              <a:ext cx="7293960" cy="6857280"/>
            </a:xfrm>
            <a:custGeom>
              <a:avLst/>
              <a:gdLst>
                <a:gd name="textAreaLeft" fmla="*/ 0 w 7293960"/>
                <a:gd name="textAreaRight" fmla="*/ 7294680 w 7293960"/>
                <a:gd name="textAreaTop" fmla="*/ 0 h 6857280"/>
                <a:gd name="textAreaBottom" fmla="*/ 6858000 h 6857280"/>
                <a:gd name="GluePoint1X" fmla="*/ 7294652 w 7294652"/>
                <a:gd name="GluePoint1Y" fmla="*/ 6063030 h 6857999"/>
                <a:gd name="GluePoint2X" fmla="*/ 7294652 w 7294652"/>
                <a:gd name="GluePoint2Y" fmla="*/ 6857999 h 6857999"/>
                <a:gd name="GluePoint3X" fmla="*/ 6248575 w 7294652"/>
                <a:gd name="GluePoint3Y" fmla="*/ 6857999 h 6857999"/>
                <a:gd name="GluePoint4X" fmla="*/ 6477898 w 7294652"/>
                <a:gd name="GluePoint4Y" fmla="*/ 6700973 h 6857999"/>
                <a:gd name="GluePoint5X" fmla="*/ 6647884 w 7294652"/>
                <a:gd name="GluePoint5Y" fmla="*/ 6572752 h 6857999"/>
                <a:gd name="GluePoint6X" fmla="*/ 6817698 w 7294652"/>
                <a:gd name="GluePoint6Y" fmla="*/ 6440235 h 6857999"/>
                <a:gd name="GluePoint7X" fmla="*/ 7161451 w 7294652"/>
                <a:gd name="GluePoint7Y" fmla="*/ 6165232 h 6857999"/>
                <a:gd name="GluePoint8X" fmla="*/ 1673436 w 7294652"/>
                <a:gd name="GluePoint8Y" fmla="*/ 0 h 6857999"/>
                <a:gd name="GluePoint9X" fmla="*/ 2394951 w 7294652"/>
                <a:gd name="GluePoint9Y" fmla="*/ 0 h 6857999"/>
                <a:gd name="GluePoint10X" fmla="*/ 2244659 w 7294652"/>
                <a:gd name="GluePoint10Y" fmla="*/ 100763 h 6857999"/>
                <a:gd name="GluePoint11X" fmla="*/ 1743903 w 7294652"/>
                <a:gd name="GluePoint11Y" fmla="*/ 498975 h 6857999"/>
                <a:gd name="GluePoint12X" fmla="*/ 1163821 w 7294652"/>
                <a:gd name="GluePoint12Y" fmla="*/ 1121514 h 6857999"/>
                <a:gd name="GluePoint13X" fmla="*/ 704911 w 7294652"/>
                <a:gd name="GluePoint13Y" fmla="*/ 1837036 h 6857999"/>
                <a:gd name="GluePoint14X" fmla="*/ 393472 w 7294652"/>
                <a:gd name="GluePoint14Y" fmla="*/ 2627669 h 6857999"/>
                <a:gd name="GluePoint15X" fmla="*/ 280032 w 7294652"/>
                <a:gd name="GluePoint15Y" fmla="*/ 3472097 h 6857999"/>
                <a:gd name="GluePoint16X" fmla="*/ 327813 w 7294652"/>
                <a:gd name="GluePoint16Y" fmla="*/ 3884602 h 6857999"/>
                <a:gd name="GluePoint17X" fmla="*/ 469096 w 7294652"/>
                <a:gd name="GluePoint17Y" fmla="*/ 4270809 h 6857999"/>
                <a:gd name="GluePoint18X" fmla="*/ 567581 w 7294652"/>
                <a:gd name="GluePoint18Y" fmla="*/ 4452482 h 6857999"/>
                <a:gd name="GluePoint19X" fmla="*/ 680677 w 7294652"/>
                <a:gd name="GluePoint19Y" fmla="*/ 4628484 h 6857999"/>
                <a:gd name="GluePoint20X" fmla="*/ 941928 w 7294652"/>
                <a:gd name="GluePoint20Y" fmla="*/ 4968628 h 6857999"/>
                <a:gd name="GluePoint21X" fmla="*/ 1224665 w 7294652"/>
                <a:gd name="GluePoint21Y" fmla="*/ 5311349 h 6857999"/>
                <a:gd name="GluePoint22X" fmla="*/ 1365259 w 7294652"/>
                <a:gd name="GluePoint22Y" fmla="*/ 5490273 h 6857999"/>
                <a:gd name="GluePoint23X" fmla="*/ 1432808 w 7294652"/>
                <a:gd name="GluePoint23Y" fmla="*/ 5577931 h 6857999"/>
                <a:gd name="GluePoint24X" fmla="*/ 1498980 w 7294652"/>
                <a:gd name="GluePoint24Y" fmla="*/ 5662148 h 6857999"/>
                <a:gd name="GluePoint25X" fmla="*/ 2067548 w 7294652"/>
                <a:gd name="GluePoint25Y" fmla="*/ 6283312 h 6857999"/>
                <a:gd name="GluePoint26X" fmla="*/ 2369879 w 7294652"/>
                <a:gd name="GluePoint26Y" fmla="*/ 6562782 h 6857999"/>
                <a:gd name="GluePoint27X" fmla="*/ 2686645 w 7294652"/>
                <a:gd name="GluePoint27Y" fmla="*/ 6820598 h 6857999"/>
                <a:gd name="GluePoint28X" fmla="*/ 2738907 w 7294652"/>
                <a:gd name="GluePoint28Y" fmla="*/ 6857999 h 6857999"/>
                <a:gd name="GluePoint29X" fmla="*/ 1731787 w 7294652"/>
                <a:gd name="GluePoint29Y" fmla="*/ 6857999 h 6857999"/>
                <a:gd name="GluePoint30X" fmla="*/ 1607949 w 7294652"/>
                <a:gd name="GluePoint30Y" fmla="*/ 6732770 h 6857999"/>
                <a:gd name="GluePoint31X" fmla="*/ 1309057 w 7294652"/>
                <a:gd name="GluePoint31Y" fmla="*/ 6370109 h 6857999"/>
                <a:gd name="GluePoint32X" fmla="*/ 1048147 w 7294652"/>
                <a:gd name="GluePoint32Y" fmla="*/ 5986138 h 6857999"/>
                <a:gd name="GluePoint33X" fmla="*/ 987131 w 7294652"/>
                <a:gd name="GluePoint33Y" fmla="*/ 5888512 h 6857999"/>
                <a:gd name="GluePoint34X" fmla="*/ 928866 w 7294652"/>
                <a:gd name="GluePoint34Y" fmla="*/ 5793463 h 6857999"/>
                <a:gd name="GluePoint35X" fmla="*/ 813708 w 7294652"/>
                <a:gd name="GluePoint35Y" fmla="*/ 5609556 h 6857999"/>
                <a:gd name="GluePoint36X" fmla="*/ 574972 w 7294652"/>
                <a:gd name="GluePoint36Y" fmla="*/ 5231598 h 6857999"/>
                <a:gd name="GluePoint37X" fmla="*/ 342424 w 7294652"/>
                <a:gd name="GluePoint37Y" fmla="*/ 4834048 h 6857999"/>
                <a:gd name="GluePoint38X" fmla="*/ 237579 w 7294652"/>
                <a:gd name="GluePoint38Y" fmla="*/ 4623500 h 6857999"/>
                <a:gd name="GluePoint39X" fmla="*/ 148373 w 7294652"/>
                <a:gd name="GluePoint39Y" fmla="*/ 4404356 h 6857999"/>
                <a:gd name="GluePoint40X" fmla="*/ 79623 w 7294652"/>
                <a:gd name="GluePoint40Y" fmla="*/ 4175762 h 6857999"/>
                <a:gd name="GluePoint41X" fmla="*/ 54185 w 7294652"/>
                <a:gd name="GluePoint41Y" fmla="*/ 4059229 h 6857999"/>
                <a:gd name="GluePoint42X" fmla="*/ 43013 w 7294652"/>
                <a:gd name="GluePoint42Y" fmla="*/ 4000790 h 6857999"/>
                <a:gd name="GluePoint43X" fmla="*/ 33734 w 7294652"/>
                <a:gd name="GluePoint43Y" fmla="*/ 3942180 h 6857999"/>
                <a:gd name="GluePoint44X" fmla="*/ 45 w 7294652"/>
                <a:gd name="GluePoint44Y" fmla="*/ 3472097 h 6857999"/>
                <a:gd name="GluePoint45X" fmla="*/ 95436 w 7294652"/>
                <a:gd name="GluePoint45Y" fmla="*/ 2557372 h 6857999"/>
                <a:gd name="GluePoint46X" fmla="*/ 382126 w 7294652"/>
                <a:gd name="GluePoint46Y" fmla="*/ 1680799 h 6857999"/>
                <a:gd name="GluePoint47X" fmla="*/ 1457043 w 7294652"/>
                <a:gd name="GluePoint47Y" fmla="*/ 192176 h 685799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 ang="0">
                  <a:pos x="GluePoint35X" y="GluePoint35Y"/>
                </a:cxn>
                <a:cxn ang="0">
                  <a:pos x="GluePoint36X" y="GluePoint36Y"/>
                </a:cxn>
                <a:cxn ang="0">
                  <a:pos x="GluePoint37X" y="GluePoint37Y"/>
                </a:cxn>
                <a:cxn ang="0">
                  <a:pos x="GluePoint38X" y="GluePoint38Y"/>
                </a:cxn>
                <a:cxn ang="0">
                  <a:pos x="GluePoint39X" y="GluePoint39Y"/>
                </a:cxn>
                <a:cxn ang="0">
                  <a:pos x="GluePoint40X" y="GluePoint40Y"/>
                </a:cxn>
                <a:cxn ang="0">
                  <a:pos x="GluePoint41X" y="GluePoint41Y"/>
                </a:cxn>
                <a:cxn ang="0">
                  <a:pos x="GluePoint42X" y="GluePoint42Y"/>
                </a:cxn>
                <a:cxn ang="0">
                  <a:pos x="GluePoint43X" y="GluePoint43Y"/>
                </a:cxn>
                <a:cxn ang="0">
                  <a:pos x="GluePoint44X" y="GluePoint44Y"/>
                </a:cxn>
                <a:cxn ang="0">
                  <a:pos x="GluePoint45X" y="GluePoint45Y"/>
                </a:cxn>
                <a:cxn ang="0">
                  <a:pos x="GluePoint46X" y="GluePoint46Y"/>
                </a:cxn>
                <a:cxn ang="0">
                  <a:pos x="GluePoint47X" y="GluePoint47Y"/>
                </a:cxn>
              </a:cxnLst>
              <a:rect l="textAreaLeft" t="textAreaTop" r="textAreaRight" b="textAreaBottom"/>
              <a:pathLst>
                <a:path w="7294652" h="6857999">
                  <a:moveTo>
                    <a:pt x="7294652" y="6063030"/>
                  </a:moveTo>
                  <a:lnTo>
                    <a:pt x="7294652" y="6857999"/>
                  </a:lnTo>
                  <a:lnTo>
                    <a:pt x="6248575" y="6857999"/>
                  </a:lnTo>
                  <a:lnTo>
                    <a:pt x="6477898" y="6700973"/>
                  </a:lnTo>
                  <a:cubicBezTo>
                    <a:pt x="6534790" y="6659378"/>
                    <a:pt x="6591336" y="6616237"/>
                    <a:pt x="6647884" y="6572752"/>
                  </a:cubicBezTo>
                  <a:cubicBezTo>
                    <a:pt x="6704432" y="6529268"/>
                    <a:pt x="6761151" y="6485095"/>
                    <a:pt x="6817698" y="6440235"/>
                  </a:cubicBezTo>
                  <a:lnTo>
                    <a:pt x="7161451" y="6165232"/>
                  </a:lnTo>
                  <a:close/>
                  <a:moveTo>
                    <a:pt x="1673436" y="0"/>
                  </a:moveTo>
                  <a:lnTo>
                    <a:pt x="2394951" y="0"/>
                  </a:lnTo>
                  <a:lnTo>
                    <a:pt x="2244659" y="100763"/>
                  </a:lnTo>
                  <a:cubicBezTo>
                    <a:pt x="2071051" y="224086"/>
                    <a:pt x="1903860" y="356975"/>
                    <a:pt x="1743903" y="498975"/>
                  </a:cubicBezTo>
                  <a:cubicBezTo>
                    <a:pt x="1533218" y="689638"/>
                    <a:pt x="1339146" y="897902"/>
                    <a:pt x="1163821" y="1121514"/>
                  </a:cubicBezTo>
                  <a:cubicBezTo>
                    <a:pt x="988284" y="1344764"/>
                    <a:pt x="834608" y="1584376"/>
                    <a:pt x="704911" y="1837036"/>
                  </a:cubicBezTo>
                  <a:cubicBezTo>
                    <a:pt x="573950" y="2089059"/>
                    <a:pt x="469577" y="2354041"/>
                    <a:pt x="393472" y="2627669"/>
                  </a:cubicBezTo>
                  <a:cubicBezTo>
                    <a:pt x="318269" y="2902842"/>
                    <a:pt x="280119" y="3186833"/>
                    <a:pt x="280032" y="3472097"/>
                  </a:cubicBezTo>
                  <a:cubicBezTo>
                    <a:pt x="280349" y="3610956"/>
                    <a:pt x="296380" y="3749334"/>
                    <a:pt x="327813" y="3884602"/>
                  </a:cubicBezTo>
                  <a:cubicBezTo>
                    <a:pt x="360878" y="4018046"/>
                    <a:pt x="408244" y="4147540"/>
                    <a:pt x="469096" y="4270809"/>
                  </a:cubicBezTo>
                  <a:cubicBezTo>
                    <a:pt x="499175" y="4332511"/>
                    <a:pt x="532347" y="4393012"/>
                    <a:pt x="567581" y="4452482"/>
                  </a:cubicBezTo>
                  <a:cubicBezTo>
                    <a:pt x="602815" y="4511953"/>
                    <a:pt x="641144" y="4570562"/>
                    <a:pt x="680677" y="4628484"/>
                  </a:cubicBezTo>
                  <a:cubicBezTo>
                    <a:pt x="760771" y="4743985"/>
                    <a:pt x="849802" y="4856048"/>
                    <a:pt x="941928" y="4968628"/>
                  </a:cubicBezTo>
                  <a:cubicBezTo>
                    <a:pt x="1034055" y="5081206"/>
                    <a:pt x="1130994" y="5193958"/>
                    <a:pt x="1224665" y="5311349"/>
                  </a:cubicBezTo>
                  <a:cubicBezTo>
                    <a:pt x="1271987" y="5369787"/>
                    <a:pt x="1318853" y="5429429"/>
                    <a:pt x="1365259" y="5490273"/>
                  </a:cubicBezTo>
                  <a:lnTo>
                    <a:pt x="1432808" y="5577931"/>
                  </a:lnTo>
                  <a:cubicBezTo>
                    <a:pt x="1454979" y="5605947"/>
                    <a:pt x="1476121" y="5634821"/>
                    <a:pt x="1498980" y="5662148"/>
                  </a:cubicBezTo>
                  <a:cubicBezTo>
                    <a:pt x="1676323" y="5880038"/>
                    <a:pt x="1866158" y="6087441"/>
                    <a:pt x="2067548" y="6283312"/>
                  </a:cubicBezTo>
                  <a:cubicBezTo>
                    <a:pt x="2166203" y="6379907"/>
                    <a:pt x="2266974" y="6473064"/>
                    <a:pt x="2369879" y="6562782"/>
                  </a:cubicBezTo>
                  <a:cubicBezTo>
                    <a:pt x="2473005" y="6652331"/>
                    <a:pt x="2577677" y="6738957"/>
                    <a:pt x="2686645" y="6820598"/>
                  </a:cubicBezTo>
                  <a:lnTo>
                    <a:pt x="2738907" y="6857999"/>
                  </a:lnTo>
                  <a:lnTo>
                    <a:pt x="1731787" y="6857999"/>
                  </a:lnTo>
                  <a:lnTo>
                    <a:pt x="1607949" y="6732770"/>
                  </a:lnTo>
                  <a:cubicBezTo>
                    <a:pt x="1501232" y="6617903"/>
                    <a:pt x="1401421" y="6496799"/>
                    <a:pt x="1309057" y="6370109"/>
                  </a:cubicBezTo>
                  <a:cubicBezTo>
                    <a:pt x="1217103" y="6244469"/>
                    <a:pt x="1129618" y="6116590"/>
                    <a:pt x="1048147" y="5986138"/>
                  </a:cubicBezTo>
                  <a:cubicBezTo>
                    <a:pt x="1027179" y="5953825"/>
                    <a:pt x="1007414" y="5920996"/>
                    <a:pt x="987131" y="5888512"/>
                  </a:cubicBezTo>
                  <a:lnTo>
                    <a:pt x="928866" y="5793463"/>
                  </a:lnTo>
                  <a:cubicBezTo>
                    <a:pt x="891568" y="5732276"/>
                    <a:pt x="852725" y="5671260"/>
                    <a:pt x="813708" y="5609556"/>
                  </a:cubicBezTo>
                  <a:lnTo>
                    <a:pt x="574972" y="5231598"/>
                  </a:lnTo>
                  <a:cubicBezTo>
                    <a:pt x="495221" y="5103551"/>
                    <a:pt x="416158" y="4971549"/>
                    <a:pt x="342424" y="4834048"/>
                  </a:cubicBezTo>
                  <a:cubicBezTo>
                    <a:pt x="305641" y="4765298"/>
                    <a:pt x="270236" y="4695343"/>
                    <a:pt x="237579" y="4623500"/>
                  </a:cubicBezTo>
                  <a:cubicBezTo>
                    <a:pt x="204922" y="4551655"/>
                    <a:pt x="175187" y="4478607"/>
                    <a:pt x="148373" y="4404356"/>
                  </a:cubicBezTo>
                  <a:cubicBezTo>
                    <a:pt x="121561" y="4330107"/>
                    <a:pt x="99046" y="4252934"/>
                    <a:pt x="79623" y="4175762"/>
                  </a:cubicBezTo>
                  <a:cubicBezTo>
                    <a:pt x="70514" y="4136916"/>
                    <a:pt x="61577" y="4098245"/>
                    <a:pt x="54185" y="4059229"/>
                  </a:cubicBezTo>
                  <a:lnTo>
                    <a:pt x="43013" y="4000790"/>
                  </a:lnTo>
                  <a:lnTo>
                    <a:pt x="33734" y="3942180"/>
                  </a:lnTo>
                  <a:cubicBezTo>
                    <a:pt x="10461" y="3786581"/>
                    <a:pt x="-801" y="3629416"/>
                    <a:pt x="45" y="3472097"/>
                  </a:cubicBezTo>
                  <a:cubicBezTo>
                    <a:pt x="863" y="3164748"/>
                    <a:pt x="32824" y="2858275"/>
                    <a:pt x="95436" y="2557372"/>
                  </a:cubicBezTo>
                  <a:cubicBezTo>
                    <a:pt x="157549" y="2255281"/>
                    <a:pt x="253728" y="1961216"/>
                    <a:pt x="382126" y="1680799"/>
                  </a:cubicBezTo>
                  <a:cubicBezTo>
                    <a:pt x="639940" y="1120482"/>
                    <a:pt x="1015492" y="619117"/>
                    <a:pt x="1457043" y="192176"/>
                  </a:cubicBezTo>
                  <a:close/>
                </a:path>
              </a:pathLst>
            </a:custGeom>
            <a:gradFill rotWithShape="0">
              <a:gsLst>
                <a:gs pos="2000">
                  <a:srgbClr val="ffffff">
                    <a:alpha val="10000"/>
                  </a:srgbClr>
                </a:gs>
                <a:gs pos="16000">
                  <a:srgbClr val="b27d49">
                    <a:alpha val="10000"/>
                  </a:srgbClr>
                </a:gs>
                <a:gs pos="85000">
                  <a:srgbClr val="a5300f">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Aptos"/>
              </a:endParaRPr>
            </a:p>
          </p:txBody>
        </p:sp>
        <p:sp>
          <p:nvSpPr>
            <p:cNvPr id="119" name="Freeform: Shape 8">
              <a:extLst>
                <a:ext uri="{C183D7F6-B498-43B3-948B-1728B52AA6E4}">
                  <adec:decorative xmlns:adec="http://schemas.microsoft.com/office/drawing/2017/decorative" val="1"/>
                </a:ext>
              </a:extLst>
            </p:cNvPr>
            <p:cNvSpPr/>
            <p:nvPr/>
          </p:nvSpPr>
          <p:spPr>
            <a:xfrm>
              <a:off x="4900680" y="5400"/>
              <a:ext cx="7290720" cy="6857280"/>
            </a:xfrm>
            <a:custGeom>
              <a:avLst/>
              <a:gdLst>
                <a:gd name="textAreaLeft" fmla="*/ 0 w 7290720"/>
                <a:gd name="textAreaRight" fmla="*/ 7291440 w 7290720"/>
                <a:gd name="textAreaTop" fmla="*/ 0 h 6857280"/>
                <a:gd name="textAreaBottom" fmla="*/ 6858000 h 6857280"/>
                <a:gd name="GluePoint1X" fmla="*/ 7291350 w 7291350"/>
                <a:gd name="GluePoint1Y" fmla="*/ 5718699 h 6858000"/>
                <a:gd name="GluePoint2X" fmla="*/ 7291350 w 7291350"/>
                <a:gd name="GluePoint2Y" fmla="*/ 6806115 h 6858000"/>
                <a:gd name="GluePoint3X" fmla="*/ 7224124 w 7291350"/>
                <a:gd name="GluePoint3Y" fmla="*/ 6858000 h 6858000"/>
                <a:gd name="GluePoint4X" fmla="*/ 5607142 w 7291350"/>
                <a:gd name="GluePoint4Y" fmla="*/ 6858000 h 6858000"/>
                <a:gd name="GluePoint5X" fmla="*/ 5736072 w 7291350"/>
                <a:gd name="GluePoint5Y" fmla="*/ 6801170 h 6858000"/>
                <a:gd name="GluePoint6X" fmla="*/ 6949826 w 7291350"/>
                <a:gd name="GluePoint6Y" fmla="*/ 5983707 h 6858000"/>
                <a:gd name="GluePoint7X" fmla="*/ 7220703 w 7291350"/>
                <a:gd name="GluePoint7Y" fmla="*/ 5773675 h 6858000"/>
                <a:gd name="GluePoint8X" fmla="*/ 7218419 w 7291350"/>
                <a:gd name="GluePoint8Y" fmla="*/ 0 h 6858000"/>
                <a:gd name="GluePoint9X" fmla="*/ 7291350 w 7291350"/>
                <a:gd name="GluePoint9Y" fmla="*/ 0 h 6858000"/>
                <a:gd name="GluePoint10X" fmla="*/ 7291350 w 7291350"/>
                <a:gd name="GluePoint10Y" fmla="*/ 50138 h 6858000"/>
                <a:gd name="GluePoint11X" fmla="*/ 1797607 w 7291350"/>
                <a:gd name="GluePoint11Y" fmla="*/ 0 h 6858000"/>
                <a:gd name="GluePoint12X" fmla="*/ 3385676 w 7291350"/>
                <a:gd name="GluePoint12Y" fmla="*/ 0 h 6858000"/>
                <a:gd name="GluePoint13X" fmla="*/ 3360567 w 7291350"/>
                <a:gd name="GluePoint13Y" fmla="*/ 11552 h 6858000"/>
                <a:gd name="GluePoint14X" fmla="*/ 2267395 w 7291350"/>
                <a:gd name="GluePoint14Y" fmla="*/ 725831 h 6858000"/>
                <a:gd name="GluePoint15X" fmla="*/ 1234074 w 7291350"/>
                <a:gd name="GluePoint15Y" fmla="*/ 2007171 h 6858000"/>
                <a:gd name="GluePoint16X" fmla="*/ 859383 w 7291350"/>
                <a:gd name="GluePoint16Y" fmla="*/ 3498372 h 6858000"/>
                <a:gd name="GluePoint17X" fmla="*/ 1479513 w 7291350"/>
                <a:gd name="GluePoint17Y" fmla="*/ 4883182 h 6858000"/>
                <a:gd name="GluePoint18X" fmla="*/ 1791985 w 7291350"/>
                <a:gd name="GluePoint18Y" fmla="*/ 5322671 h 6858000"/>
                <a:gd name="GluePoint19X" fmla="*/ 3397295 w 7291350"/>
                <a:gd name="GluePoint19Y" fmla="*/ 6784567 h 6858000"/>
                <a:gd name="GluePoint20X" fmla="*/ 3590446 w 7291350"/>
                <a:gd name="GluePoint20Y" fmla="*/ 6858000 h 6858000"/>
                <a:gd name="GluePoint21X" fmla="*/ 1970757 w 7291350"/>
                <a:gd name="GluePoint21Y" fmla="*/ 6858000 h 6858000"/>
                <a:gd name="GluePoint22X" fmla="*/ 1735872 w 7291350"/>
                <a:gd name="GluePoint22Y" fmla="*/ 6627685 h 6858000"/>
                <a:gd name="GluePoint23X" fmla="*/ 1080932 w 7291350"/>
                <a:gd name="GluePoint23Y" fmla="*/ 5805127 h 6858000"/>
                <a:gd name="GluePoint24X" fmla="*/ 0 w 7291350"/>
                <a:gd name="GluePoint24Y" fmla="*/ 3498372 h 6858000"/>
                <a:gd name="GluePoint25X" fmla="*/ 1708174 w 7291350"/>
                <a:gd name="GluePoint25Y" fmla="*/ 73302 h 6858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7291350" h="6858000">
                  <a:moveTo>
                    <a:pt x="7291350" y="5718699"/>
                  </a:moveTo>
                  <a:lnTo>
                    <a:pt x="7291350" y="6806115"/>
                  </a:lnTo>
                  <a:lnTo>
                    <a:pt x="7224124" y="6858000"/>
                  </a:lnTo>
                  <a:lnTo>
                    <a:pt x="5607142" y="6858000"/>
                  </a:lnTo>
                  <a:lnTo>
                    <a:pt x="5736072" y="6801170"/>
                  </a:lnTo>
                  <a:cubicBezTo>
                    <a:pt x="6122313" y="6616106"/>
                    <a:pt x="6503069" y="6332805"/>
                    <a:pt x="6949826" y="5983707"/>
                  </a:cubicBezTo>
                  <a:cubicBezTo>
                    <a:pt x="7041094" y="5912378"/>
                    <a:pt x="7132358" y="5842426"/>
                    <a:pt x="7220703" y="5773675"/>
                  </a:cubicBezTo>
                  <a:close/>
                  <a:moveTo>
                    <a:pt x="7218419" y="0"/>
                  </a:moveTo>
                  <a:lnTo>
                    <a:pt x="7291350" y="0"/>
                  </a:lnTo>
                  <a:lnTo>
                    <a:pt x="7291350" y="50138"/>
                  </a:lnTo>
                  <a:close/>
                  <a:moveTo>
                    <a:pt x="1797607" y="0"/>
                  </a:moveTo>
                  <a:lnTo>
                    <a:pt x="3385676" y="0"/>
                  </a:lnTo>
                  <a:lnTo>
                    <a:pt x="3360567" y="11552"/>
                  </a:lnTo>
                  <a:cubicBezTo>
                    <a:pt x="2968013" y="202286"/>
                    <a:pt x="2600620" y="442170"/>
                    <a:pt x="2267395" y="725831"/>
                  </a:cubicBezTo>
                  <a:cubicBezTo>
                    <a:pt x="1824986" y="1104820"/>
                    <a:pt x="1477279" y="1536057"/>
                    <a:pt x="1234074" y="2007171"/>
                  </a:cubicBezTo>
                  <a:cubicBezTo>
                    <a:pt x="985368" y="2488770"/>
                    <a:pt x="859383" y="2990476"/>
                    <a:pt x="859383" y="3498372"/>
                  </a:cubicBezTo>
                  <a:cubicBezTo>
                    <a:pt x="859383" y="4010222"/>
                    <a:pt x="1060651" y="4308942"/>
                    <a:pt x="1479513" y="4883182"/>
                  </a:cubicBezTo>
                  <a:cubicBezTo>
                    <a:pt x="1580577" y="5021714"/>
                    <a:pt x="1685078" y="5164888"/>
                    <a:pt x="1791985" y="5322671"/>
                  </a:cubicBezTo>
                  <a:cubicBezTo>
                    <a:pt x="2283419" y="6046950"/>
                    <a:pt x="2796809" y="6521439"/>
                    <a:pt x="3397295" y="6784567"/>
                  </a:cubicBezTo>
                  <a:lnTo>
                    <a:pt x="3590446" y="6858000"/>
                  </a:lnTo>
                  <a:lnTo>
                    <a:pt x="1970757" y="6858000"/>
                  </a:lnTo>
                  <a:lnTo>
                    <a:pt x="1735872" y="6627685"/>
                  </a:lnTo>
                  <a:cubicBezTo>
                    <a:pt x="1502484" y="6382823"/>
                    <a:pt x="1285774" y="6107254"/>
                    <a:pt x="1080932" y="5805127"/>
                  </a:cubicBezTo>
                  <a:cubicBezTo>
                    <a:pt x="556365" y="5032027"/>
                    <a:pt x="0" y="4501616"/>
                    <a:pt x="0" y="3498372"/>
                  </a:cubicBezTo>
                  <a:cubicBezTo>
                    <a:pt x="0" y="2160829"/>
                    <a:pt x="685186" y="949872"/>
                    <a:pt x="1708174" y="73302"/>
                  </a:cubicBezTo>
                  <a:close/>
                </a:path>
              </a:pathLst>
            </a:custGeom>
            <a:gradFill rotWithShape="0">
              <a:gsLst>
                <a:gs pos="2000">
                  <a:srgbClr val="ffffff">
                    <a:alpha val="10000"/>
                  </a:srgbClr>
                </a:gs>
                <a:gs pos="16000">
                  <a:srgbClr val="b27d49">
                    <a:alpha val="10000"/>
                  </a:srgbClr>
                </a:gs>
                <a:gs pos="85000">
                  <a:srgbClr val="a5300f">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Aptos"/>
              </a:endParaRPr>
            </a:p>
          </p:txBody>
        </p:sp>
        <p:sp>
          <p:nvSpPr>
            <p:cNvPr id="120" name="Freeform: Shape 9">
              <a:extLst>
                <a:ext uri="{C183D7F6-B498-43B3-948B-1728B52AA6E4}">
                  <adec:decorative xmlns:adec="http://schemas.microsoft.com/office/drawing/2017/decorative" val="1"/>
                </a:ext>
              </a:extLst>
            </p:cNvPr>
            <p:cNvSpPr/>
            <p:nvPr/>
          </p:nvSpPr>
          <p:spPr>
            <a:xfrm>
              <a:off x="4923000" y="5400"/>
              <a:ext cx="7268400" cy="6857280"/>
            </a:xfrm>
            <a:custGeom>
              <a:avLst/>
              <a:gdLst>
                <a:gd name="textAreaLeft" fmla="*/ 0 w 7268400"/>
                <a:gd name="textAreaRight" fmla="*/ 7269120 w 7268400"/>
                <a:gd name="textAreaTop" fmla="*/ 0 h 6857280"/>
                <a:gd name="textAreaBottom" fmla="*/ 6858000 h 6857280"/>
                <a:gd name="GluePoint1X" fmla="*/ 7269107 w 7269107"/>
                <a:gd name="GluePoint1Y" fmla="*/ 5518449 h 6858000"/>
                <a:gd name="GluePoint2X" fmla="*/ 7269107 w 7269107"/>
                <a:gd name="GluePoint2Y" fmla="*/ 6823281 h 6858000"/>
                <a:gd name="GluePoint3X" fmla="*/ 7224122 w 7269107"/>
                <a:gd name="GluePoint3Y" fmla="*/ 6858000 h 6858000"/>
                <a:gd name="GluePoint4X" fmla="*/ 4927054 w 7269107"/>
                <a:gd name="GluePoint4Y" fmla="*/ 6858000 h 6858000"/>
                <a:gd name="GluePoint5X" fmla="*/ 4982167 w 7269107"/>
                <a:gd name="GluePoint5Y" fmla="*/ 6852876 h 6858000"/>
                <a:gd name="GluePoint6X" fmla="*/ 5743768 w 7269107"/>
                <a:gd name="GluePoint6Y" fmla="*/ 6606245 h 6858000"/>
                <a:gd name="GluePoint7X" fmla="*/ 6843778 w 7269107"/>
                <a:gd name="GluePoint7Y" fmla="*/ 5848440 h 6858000"/>
                <a:gd name="GluePoint8X" fmla="*/ 7115515 w 7269107"/>
                <a:gd name="GluePoint8Y" fmla="*/ 5637891 h 6858000"/>
                <a:gd name="GluePoint9X" fmla="*/ 6870111 w 7269107"/>
                <a:gd name="GluePoint9Y" fmla="*/ 0 h 6858000"/>
                <a:gd name="GluePoint10X" fmla="*/ 7269107 w 7269107"/>
                <a:gd name="GluePoint10Y" fmla="*/ 0 h 6858000"/>
                <a:gd name="GluePoint11X" fmla="*/ 7269107 w 7269107"/>
                <a:gd name="GluePoint11Y" fmla="*/ 243137 h 6858000"/>
                <a:gd name="GluePoint12X" fmla="*/ 7089989 w 7269107"/>
                <a:gd name="GluePoint12Y" fmla="*/ 119955 h 6858000"/>
                <a:gd name="GluePoint13X" fmla="*/ 6952948 w 7269107"/>
                <a:gd name="GluePoint13Y" fmla="*/ 41521 h 6858000"/>
                <a:gd name="GluePoint14X" fmla="*/ 1797606 w 7269107"/>
                <a:gd name="GluePoint14Y" fmla="*/ 0 h 6858000"/>
                <a:gd name="GluePoint15X" fmla="*/ 3815328 w 7269107"/>
                <a:gd name="GluePoint15Y" fmla="*/ 0 h 6858000"/>
                <a:gd name="GluePoint16X" fmla="*/ 3627371 w 7269107"/>
                <a:gd name="GluePoint16Y" fmla="*/ 77142 h 6858000"/>
                <a:gd name="GluePoint17X" fmla="*/ 2379115 w 7269107"/>
                <a:gd name="GluePoint17Y" fmla="*/ 856285 h 6858000"/>
                <a:gd name="GluePoint18X" fmla="*/ 1386699 w 7269107"/>
                <a:gd name="GluePoint18Y" fmla="*/ 2086062 h 6858000"/>
                <a:gd name="GluePoint19X" fmla="*/ 1031258 w 7269107"/>
                <a:gd name="GluePoint19Y" fmla="*/ 3498372 h 6858000"/>
                <a:gd name="GluePoint20X" fmla="*/ 1618904 w 7269107"/>
                <a:gd name="GluePoint20Y" fmla="*/ 4781604 h 6858000"/>
                <a:gd name="GluePoint21X" fmla="*/ 1934812 w 7269107"/>
                <a:gd name="GluePoint21Y" fmla="*/ 5225904 h 6858000"/>
                <a:gd name="GluePoint22X" fmla="*/ 3140010 w 7269107"/>
                <a:gd name="GluePoint22Y" fmla="*/ 6456196 h 6858000"/>
                <a:gd name="GluePoint23X" fmla="*/ 4281662 w 7269107"/>
                <a:gd name="GluePoint23Y" fmla="*/ 6843305 h 6858000"/>
                <a:gd name="GluePoint24X" fmla="*/ 4449058 w 7269107"/>
                <a:gd name="GluePoint24Y" fmla="*/ 6858000 h 6858000"/>
                <a:gd name="GluePoint25X" fmla="*/ 1970756 w 7269107"/>
                <a:gd name="GluePoint25Y" fmla="*/ 6858000 h 6858000"/>
                <a:gd name="GluePoint26X" fmla="*/ 1735871 w 7269107"/>
                <a:gd name="GluePoint26Y" fmla="*/ 6627685 h 6858000"/>
                <a:gd name="GluePoint27X" fmla="*/ 1080930 w 7269107"/>
                <a:gd name="GluePoint27Y" fmla="*/ 5805127 h 6858000"/>
                <a:gd name="GluePoint28X" fmla="*/ 0 w 7269107"/>
                <a:gd name="GluePoint28Y" fmla="*/ 3498372 h 6858000"/>
                <a:gd name="GluePoint29X" fmla="*/ 1708172 w 7269107"/>
                <a:gd name="GluePoint29Y" fmla="*/ 73302 h 68580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Lst>
              <a:rect l="textAreaLeft" t="textAreaTop" r="textAreaRight" b="textAreaBottom"/>
              <a:pathLst>
                <a:path w="7269107" h="6858000">
                  <a:moveTo>
                    <a:pt x="7269107" y="5518449"/>
                  </a:moveTo>
                  <a:lnTo>
                    <a:pt x="7269107" y="6823281"/>
                  </a:lnTo>
                  <a:lnTo>
                    <a:pt x="7224122" y="6858000"/>
                  </a:lnTo>
                  <a:lnTo>
                    <a:pt x="4927054" y="6858000"/>
                  </a:lnTo>
                  <a:lnTo>
                    <a:pt x="4982167" y="6852876"/>
                  </a:lnTo>
                  <a:cubicBezTo>
                    <a:pt x="5236517" y="6821036"/>
                    <a:pt x="5483373" y="6740566"/>
                    <a:pt x="5743768" y="6606245"/>
                  </a:cubicBezTo>
                  <a:cubicBezTo>
                    <a:pt x="6099551" y="6422337"/>
                    <a:pt x="6452586" y="6154209"/>
                    <a:pt x="6843778" y="5848440"/>
                  </a:cubicBezTo>
                  <a:cubicBezTo>
                    <a:pt x="6935559" y="5776768"/>
                    <a:pt x="7026997" y="5706642"/>
                    <a:pt x="7115515" y="5637891"/>
                  </a:cubicBezTo>
                  <a:close/>
                  <a:moveTo>
                    <a:pt x="6870111" y="0"/>
                  </a:moveTo>
                  <a:lnTo>
                    <a:pt x="7269107" y="0"/>
                  </a:lnTo>
                  <a:lnTo>
                    <a:pt x="7269107" y="243137"/>
                  </a:lnTo>
                  <a:lnTo>
                    <a:pt x="7089989" y="119955"/>
                  </a:lnTo>
                  <a:cubicBezTo>
                    <a:pt x="7045081" y="92581"/>
                    <a:pt x="6999384" y="66425"/>
                    <a:pt x="6952948" y="41521"/>
                  </a:cubicBezTo>
                  <a:close/>
                  <a:moveTo>
                    <a:pt x="1797606" y="0"/>
                  </a:moveTo>
                  <a:lnTo>
                    <a:pt x="3815328" y="0"/>
                  </a:lnTo>
                  <a:lnTo>
                    <a:pt x="3627371" y="77142"/>
                  </a:lnTo>
                  <a:cubicBezTo>
                    <a:pt x="3175548" y="273822"/>
                    <a:pt x="2754868" y="536281"/>
                    <a:pt x="2379115" y="856285"/>
                  </a:cubicBezTo>
                  <a:cubicBezTo>
                    <a:pt x="1959736" y="1215679"/>
                    <a:pt x="1616497" y="1640901"/>
                    <a:pt x="1386699" y="2086062"/>
                  </a:cubicBezTo>
                  <a:cubicBezTo>
                    <a:pt x="1151572" y="2543083"/>
                    <a:pt x="1031258" y="3018150"/>
                    <a:pt x="1031258" y="3498372"/>
                  </a:cubicBezTo>
                  <a:cubicBezTo>
                    <a:pt x="1031258" y="3957455"/>
                    <a:pt x="1211213" y="4223692"/>
                    <a:pt x="1618904" y="4781604"/>
                  </a:cubicBezTo>
                  <a:cubicBezTo>
                    <a:pt x="1720826" y="4921339"/>
                    <a:pt x="1826186" y="5065887"/>
                    <a:pt x="1934812" y="5225904"/>
                  </a:cubicBezTo>
                  <a:cubicBezTo>
                    <a:pt x="2318957" y="5792064"/>
                    <a:pt x="2713069" y="6194600"/>
                    <a:pt x="3140010" y="6456196"/>
                  </a:cubicBezTo>
                  <a:cubicBezTo>
                    <a:pt x="3479423" y="6664512"/>
                    <a:pt x="3855769" y="6792387"/>
                    <a:pt x="4281662" y="6843305"/>
                  </a:cubicBezTo>
                  <a:lnTo>
                    <a:pt x="4449058" y="6858000"/>
                  </a:lnTo>
                  <a:lnTo>
                    <a:pt x="1970756" y="6858000"/>
                  </a:lnTo>
                  <a:lnTo>
                    <a:pt x="1735871" y="6627685"/>
                  </a:lnTo>
                  <a:cubicBezTo>
                    <a:pt x="1502482" y="6382823"/>
                    <a:pt x="1285773" y="6107254"/>
                    <a:pt x="1080930" y="5805127"/>
                  </a:cubicBezTo>
                  <a:cubicBezTo>
                    <a:pt x="556364" y="5032027"/>
                    <a:pt x="0" y="4501616"/>
                    <a:pt x="0" y="3498372"/>
                  </a:cubicBezTo>
                  <a:cubicBezTo>
                    <a:pt x="0" y="2160829"/>
                    <a:pt x="685185" y="949872"/>
                    <a:pt x="1708172" y="73302"/>
                  </a:cubicBezTo>
                  <a:close/>
                </a:path>
              </a:pathLst>
            </a:custGeom>
            <a:gradFill rotWithShape="0">
              <a:gsLst>
                <a:gs pos="2000">
                  <a:srgbClr val="ffffff">
                    <a:alpha val="10000"/>
                  </a:srgbClr>
                </a:gs>
                <a:gs pos="56000">
                  <a:srgbClr val="b27d49">
                    <a:alpha val="10000"/>
                  </a:srgbClr>
                </a:gs>
                <a:gs pos="85000">
                  <a:srgbClr val="a5300f">
                    <a:alpha val="10000"/>
                  </a:srgbClr>
                </a:gs>
                <a:gs pos="100000">
                  <a:srgbClr val="ffffff">
                    <a:alpha val="10000"/>
                  </a:srgbClr>
                </a:gs>
              </a:gsLst>
              <a:lin ang="120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endParaRPr lang="en-US" sz="1800" b="0" u="none" strike="noStrike">
                <a:solidFill>
                  <a:schemeClr val="lt1"/>
                </a:solidFill>
                <a:effectLst/>
                <a:uFillTx/>
                <a:latin typeface="Aptos"/>
              </a:endParaRPr>
            </a:p>
          </p:txBody>
        </p:sp>
      </p:grpSp>
      <p:sp>
        <p:nvSpPr>
          <p:cNvPr id="121" name="PlaceHolder 2"/>
          <p:cNvSpPr>
            <a:spLocks noGrp="1"/>
          </p:cNvSpPr>
          <p:nvPr>
            <p:ph/>
          </p:nvPr>
        </p:nvSpPr>
        <p:spPr>
          <a:xfrm>
            <a:off x="6632640" y="1032840"/>
            <a:ext cx="4918320" cy="4791240"/>
          </a:xfrm>
          <a:prstGeom prst="rect">
            <a:avLst/>
          </a:prstGeom>
          <a:noFill/>
          <a:ln w="0">
            <a:noFill/>
          </a:ln>
        </p:spPr>
        <p:txBody>
          <a:bodyPr lIns="91440" rIns="91440" tIns="45720" bIns="45720" anchor="ctr">
            <a:normAutofit fontScale="85000" lnSpcReduction="19999"/>
          </a:bodyPr>
          <a:p>
            <a:pPr marL="228600" indent="0" defTabSz="914400">
              <a:lnSpc>
                <a:spcPct val="90000"/>
              </a:lnSpc>
              <a:spcBef>
                <a:spcPts val="1001"/>
              </a:spcBef>
              <a:buNone/>
            </a:pPr>
            <a:r>
              <a:rPr lang="pt-BR" sz="2000" b="0" u="none" strike="noStrike">
                <a:solidFill>
                  <a:schemeClr val="dk2"/>
                </a:solidFill>
                <a:effectLst/>
                <a:uFillTx/>
                <a:latin typeface="Aptos"/>
              </a:rPr>
              <a:t>KPIS:</a:t>
            </a:r>
            <a:endParaRPr lang="en-US" sz="2000" b="0" u="none" strike="noStrike">
              <a:solidFill>
                <a:srgbClr val="000000"/>
              </a:solidFill>
              <a:effectLst/>
              <a:uFillTx/>
              <a:latin typeface="Arial"/>
            </a:endParaRPr>
          </a:p>
          <a:p>
            <a:pPr marL="228600" indent="-228600" defTabSz="914400">
              <a:lnSpc>
                <a:spcPct val="90000"/>
              </a:lnSpc>
              <a:spcBef>
                <a:spcPts val="1001"/>
              </a:spcBef>
              <a:buClr>
                <a:srgbClr val="323232"/>
              </a:buClr>
              <a:buFont typeface="Arial"/>
              <a:buChar char="•"/>
            </a:pPr>
            <a:r>
              <a:rPr lang="pt-BR" sz="2000" b="0" u="none" strike="noStrike">
                <a:solidFill>
                  <a:schemeClr val="dk2"/>
                </a:solidFill>
                <a:effectLst/>
                <a:uFillTx/>
                <a:latin typeface="Aptos"/>
              </a:rPr>
              <a:t>Turnovers;</a:t>
            </a:r>
            <a:endParaRPr lang="en-US" sz="2000" b="0" u="none" strike="noStrike">
              <a:solidFill>
                <a:srgbClr val="000000"/>
              </a:solidFill>
              <a:effectLst/>
              <a:uFillTx/>
              <a:latin typeface="Arial"/>
            </a:endParaRPr>
          </a:p>
          <a:p>
            <a:pPr marL="228600" indent="-228600" defTabSz="914400">
              <a:lnSpc>
                <a:spcPct val="90000"/>
              </a:lnSpc>
              <a:spcBef>
                <a:spcPts val="1001"/>
              </a:spcBef>
              <a:buClr>
                <a:srgbClr val="323232"/>
              </a:buClr>
              <a:buFont typeface="Arial"/>
              <a:buChar char="•"/>
            </a:pPr>
            <a:r>
              <a:rPr lang="pt-BR" sz="2000" b="0" u="none" strike="noStrike">
                <a:solidFill>
                  <a:schemeClr val="dk2"/>
                </a:solidFill>
                <a:effectLst/>
                <a:uFillTx/>
                <a:latin typeface="Aptos"/>
              </a:rPr>
              <a:t>Bets;</a:t>
            </a:r>
            <a:endParaRPr lang="en-US" sz="2000" b="0" u="none" strike="noStrike">
              <a:solidFill>
                <a:srgbClr val="000000"/>
              </a:solidFill>
              <a:effectLst/>
              <a:uFillTx/>
              <a:latin typeface="Arial"/>
            </a:endParaRPr>
          </a:p>
          <a:p>
            <a:pPr marL="228600" indent="-228600" defTabSz="914400">
              <a:lnSpc>
                <a:spcPct val="90000"/>
              </a:lnSpc>
              <a:spcBef>
                <a:spcPts val="1001"/>
              </a:spcBef>
              <a:buClr>
                <a:srgbClr val="323232"/>
              </a:buClr>
              <a:buFont typeface="Arial"/>
              <a:buChar char="•"/>
            </a:pPr>
            <a:r>
              <a:rPr lang="pt-BR" sz="2000" b="0" u="none" strike="noStrike">
                <a:solidFill>
                  <a:schemeClr val="dk2"/>
                </a:solidFill>
                <a:effectLst/>
                <a:uFillTx/>
                <a:latin typeface="Aptos"/>
              </a:rPr>
              <a:t>Winnings;</a:t>
            </a:r>
            <a:endParaRPr lang="en-US" sz="2000" b="0" u="none" strike="noStrike">
              <a:solidFill>
                <a:srgbClr val="000000"/>
              </a:solidFill>
              <a:effectLst/>
              <a:uFillTx/>
              <a:latin typeface="Arial"/>
            </a:endParaRPr>
          </a:p>
          <a:p>
            <a:pPr marL="228600" indent="-228600" defTabSz="914400">
              <a:lnSpc>
                <a:spcPct val="90000"/>
              </a:lnSpc>
              <a:spcBef>
                <a:spcPts val="1001"/>
              </a:spcBef>
              <a:buClr>
                <a:srgbClr val="323232"/>
              </a:buClr>
              <a:buFont typeface="Arial"/>
              <a:buChar char="•"/>
            </a:pPr>
            <a:r>
              <a:rPr lang="pt-BR" sz="2000" b="0" u="none" strike="noStrike">
                <a:solidFill>
                  <a:schemeClr val="dk2"/>
                </a:solidFill>
                <a:effectLst/>
                <a:uFillTx/>
                <a:latin typeface="Aptos"/>
              </a:rPr>
              <a:t>Ggr;</a:t>
            </a:r>
            <a:endParaRPr lang="en-US" sz="2000" b="0" u="none" strike="noStrike">
              <a:solidFill>
                <a:srgbClr val="000000"/>
              </a:solidFill>
              <a:effectLst/>
              <a:uFillTx/>
              <a:latin typeface="Arial"/>
            </a:endParaRPr>
          </a:p>
          <a:p>
            <a:pPr marL="228600" indent="-228600" defTabSz="914400">
              <a:lnSpc>
                <a:spcPct val="90000"/>
              </a:lnSpc>
              <a:spcBef>
                <a:spcPts val="1001"/>
              </a:spcBef>
              <a:buClr>
                <a:srgbClr val="323232"/>
              </a:buClr>
              <a:buFont typeface="Arial"/>
              <a:buChar char="•"/>
            </a:pPr>
            <a:r>
              <a:rPr lang="pt-BR" sz="2000" b="0" u="none" strike="noStrike">
                <a:solidFill>
                  <a:schemeClr val="dk2"/>
                </a:solidFill>
                <a:effectLst/>
                <a:uFillTx/>
                <a:latin typeface="Aptos"/>
              </a:rPr>
              <a:t>Cashout adoption;</a:t>
            </a:r>
            <a:endParaRPr lang="en-US" sz="2000" b="0" u="none" strike="noStrike">
              <a:solidFill>
                <a:srgbClr val="000000"/>
              </a:solidFill>
              <a:effectLst/>
              <a:uFillTx/>
              <a:latin typeface="Arial"/>
            </a:endParaRPr>
          </a:p>
          <a:p>
            <a:pPr marL="228600" indent="-228600" defTabSz="914400">
              <a:lnSpc>
                <a:spcPct val="90000"/>
              </a:lnSpc>
              <a:spcBef>
                <a:spcPts val="1001"/>
              </a:spcBef>
              <a:buClr>
                <a:srgbClr val="323232"/>
              </a:buClr>
              <a:buFont typeface="Arial"/>
              <a:buChar char="•"/>
            </a:pPr>
            <a:r>
              <a:rPr lang="pt-BR" sz="2000" b="0" u="none" strike="noStrike">
                <a:solidFill>
                  <a:schemeClr val="dk2"/>
                </a:solidFill>
                <a:effectLst/>
                <a:uFillTx/>
                <a:latin typeface="Aptos"/>
              </a:rPr>
              <a:t>New customers;</a:t>
            </a:r>
            <a:endParaRPr lang="en-US" sz="2000" b="0" u="none" strike="noStrike">
              <a:solidFill>
                <a:srgbClr val="000000"/>
              </a:solidFill>
              <a:effectLst/>
              <a:uFillTx/>
              <a:latin typeface="Arial"/>
            </a:endParaRPr>
          </a:p>
          <a:p>
            <a:pPr marL="228600" indent="0" defTabSz="914400">
              <a:lnSpc>
                <a:spcPct val="90000"/>
              </a:lnSpc>
              <a:spcBef>
                <a:spcPts val="1001"/>
              </a:spcBef>
              <a:buNone/>
            </a:pPr>
            <a:endParaRPr lang="en-US" sz="2000" b="0" u="none" strike="noStrike">
              <a:solidFill>
                <a:srgbClr val="000000"/>
              </a:solidFill>
              <a:effectLst/>
              <a:uFillTx/>
              <a:latin typeface="Arial"/>
            </a:endParaRPr>
          </a:p>
          <a:p>
            <a:pPr indent="0" defTabSz="914400">
              <a:lnSpc>
                <a:spcPct val="90000"/>
              </a:lnSpc>
              <a:spcBef>
                <a:spcPts val="1001"/>
              </a:spcBef>
              <a:buNone/>
              <a:tabLst>
                <a:tab algn="l" pos="0"/>
              </a:tabLst>
            </a:pPr>
            <a:r>
              <a:rPr lang="pt-BR" sz="2000" b="0" u="none" strike="noStrike">
                <a:solidFill>
                  <a:schemeClr val="dk1"/>
                </a:solidFill>
                <a:effectLst/>
                <a:uFillTx/>
                <a:latin typeface="Aptos"/>
              </a:rPr>
              <a:t>Dimensions:</a:t>
            </a:r>
            <a:endParaRPr lang="en-US" sz="2000" b="0" u="none" strike="noStrike">
              <a:solidFill>
                <a:srgbClr val="000000"/>
              </a:solidFill>
              <a:effectLst/>
              <a:uFillTx/>
              <a:latin typeface="Arial"/>
            </a:endParaRPr>
          </a:p>
          <a:p>
            <a:pPr marL="216000" indent="-216000" defTabSz="914400">
              <a:lnSpc>
                <a:spcPct val="90000"/>
              </a:lnSpc>
              <a:spcBef>
                <a:spcPts val="1001"/>
              </a:spcBef>
              <a:buClr>
                <a:srgbClr val="000000"/>
              </a:buClr>
              <a:buSzPct val="45000"/>
              <a:buFont typeface="Wingdings" charset="2"/>
              <a:buChar char=""/>
              <a:tabLst>
                <a:tab algn="l" pos="0"/>
              </a:tabLst>
            </a:pPr>
            <a:r>
              <a:rPr lang="pt-BR" sz="2000" b="0" u="none" strike="noStrike">
                <a:solidFill>
                  <a:schemeClr val="dk1"/>
                </a:solidFill>
                <a:effectLst/>
                <a:uFillTx/>
                <a:latin typeface="Aptos"/>
              </a:rPr>
              <a:t>Time;</a:t>
            </a:r>
            <a:endParaRPr lang="en-US" sz="2000" b="0" u="none" strike="noStrike">
              <a:solidFill>
                <a:srgbClr val="000000"/>
              </a:solidFill>
              <a:effectLst/>
              <a:uFillTx/>
              <a:latin typeface="Arial"/>
            </a:endParaRPr>
          </a:p>
          <a:p>
            <a:pPr marL="216000" indent="-216000" defTabSz="914400">
              <a:lnSpc>
                <a:spcPct val="90000"/>
              </a:lnSpc>
              <a:spcBef>
                <a:spcPts val="1001"/>
              </a:spcBef>
              <a:buClr>
                <a:srgbClr val="000000"/>
              </a:buClr>
              <a:buSzPct val="45000"/>
              <a:buFont typeface="Wingdings" charset="2"/>
              <a:buChar char=""/>
              <a:tabLst>
                <a:tab algn="l" pos="0"/>
              </a:tabLst>
            </a:pPr>
            <a:r>
              <a:rPr lang="pt-BR" sz="2000" b="0" u="none" strike="noStrike">
                <a:solidFill>
                  <a:schemeClr val="dk1"/>
                </a:solidFill>
                <a:effectLst/>
                <a:uFillTx/>
                <a:latin typeface="Aptos"/>
              </a:rPr>
              <a:t>Gender;</a:t>
            </a:r>
            <a:endParaRPr lang="en-US" sz="2000" b="0" u="none" strike="noStrike">
              <a:solidFill>
                <a:srgbClr val="000000"/>
              </a:solidFill>
              <a:effectLst/>
              <a:uFillTx/>
              <a:latin typeface="Arial"/>
            </a:endParaRPr>
          </a:p>
          <a:p>
            <a:pPr marL="216000" indent="-216000" defTabSz="914400">
              <a:lnSpc>
                <a:spcPct val="90000"/>
              </a:lnSpc>
              <a:spcBef>
                <a:spcPts val="1001"/>
              </a:spcBef>
              <a:buClr>
                <a:srgbClr val="000000"/>
              </a:buClr>
              <a:buSzPct val="45000"/>
              <a:buFont typeface="Wingdings" charset="2"/>
              <a:buChar char=""/>
              <a:tabLst>
                <a:tab algn="l" pos="0"/>
              </a:tabLst>
            </a:pPr>
            <a:r>
              <a:rPr lang="pt-BR" sz="2000" b="0" u="none" strike="noStrike">
                <a:solidFill>
                  <a:schemeClr val="dk1"/>
                </a:solidFill>
                <a:effectLst/>
                <a:uFillTx/>
                <a:latin typeface="Aptos"/>
              </a:rPr>
              <a:t>Market;</a:t>
            </a:r>
            <a:endParaRPr lang="en-US" sz="2000" b="0" u="none" strike="noStrike">
              <a:solidFill>
                <a:srgbClr val="000000"/>
              </a:solidFill>
              <a:effectLst/>
              <a:uFillTx/>
              <a:latin typeface="Arial"/>
            </a:endParaRPr>
          </a:p>
          <a:p>
            <a:pPr marL="216000" indent="-216000" defTabSz="914400">
              <a:lnSpc>
                <a:spcPct val="90000"/>
              </a:lnSpc>
              <a:spcBef>
                <a:spcPts val="1001"/>
              </a:spcBef>
              <a:buClr>
                <a:srgbClr val="000000"/>
              </a:buClr>
              <a:buSzPct val="45000"/>
              <a:buFont typeface="Wingdings" charset="2"/>
              <a:buChar char=""/>
              <a:tabLst>
                <a:tab algn="l" pos="0"/>
              </a:tabLst>
            </a:pPr>
            <a:r>
              <a:rPr lang="pt-BR" sz="2000" b="0" u="none" strike="noStrike">
                <a:solidFill>
                  <a:schemeClr val="dk1"/>
                </a:solidFill>
                <a:effectLst/>
                <a:uFillTx/>
                <a:latin typeface="Aptos"/>
              </a:rPr>
              <a:t>Device;</a:t>
            </a:r>
            <a:endParaRPr lang="en-US" sz="2000" b="0" u="none" strike="noStrike">
              <a:solidFill>
                <a:srgbClr val="000000"/>
              </a:solidFill>
              <a:effectLst/>
              <a:uFillTx/>
              <a:latin typeface="Arial"/>
            </a:endParaRPr>
          </a:p>
          <a:p>
            <a:pPr marL="216000" indent="-216000" defTabSz="914400">
              <a:lnSpc>
                <a:spcPct val="90000"/>
              </a:lnSpc>
              <a:spcBef>
                <a:spcPts val="1001"/>
              </a:spcBef>
              <a:buClr>
                <a:srgbClr val="000000"/>
              </a:buClr>
              <a:buSzPct val="45000"/>
              <a:buFont typeface="Wingdings" charset="2"/>
              <a:buChar char=""/>
              <a:tabLst>
                <a:tab algn="l" pos="0"/>
              </a:tabLst>
            </a:pPr>
            <a:r>
              <a:rPr lang="pt-BR" sz="2000" b="0" u="none" strike="noStrike">
                <a:solidFill>
                  <a:schemeClr val="dk1"/>
                </a:solidFill>
                <a:effectLst/>
                <a:uFillTx/>
                <a:latin typeface="Aptos"/>
              </a:rPr>
              <a:t>Event;</a:t>
            </a:r>
            <a:endParaRPr lang="en-US" sz="2000" b="0" u="none" strike="noStrike">
              <a:solidFill>
                <a:srgbClr val="000000"/>
              </a:solidFill>
              <a:effectLst/>
              <a:uFillTx/>
              <a:latin typeface="Arial"/>
            </a:endParaRPr>
          </a:p>
          <a:p>
            <a:pPr marL="216000" indent="-216000" defTabSz="914400">
              <a:lnSpc>
                <a:spcPct val="90000"/>
              </a:lnSpc>
              <a:spcBef>
                <a:spcPts val="1001"/>
              </a:spcBef>
              <a:buClr>
                <a:srgbClr val="000000"/>
              </a:buClr>
              <a:buSzPct val="45000"/>
              <a:buFont typeface="Wingdings" charset="2"/>
              <a:buChar char=""/>
              <a:tabLst>
                <a:tab algn="l" pos="0"/>
              </a:tabLst>
            </a:pPr>
            <a:r>
              <a:rPr lang="pt-BR" sz="2000" b="0" u="none" strike="noStrike">
                <a:solidFill>
                  <a:schemeClr val="dk1"/>
                </a:solidFill>
                <a:effectLst/>
                <a:uFillTx/>
                <a:latin typeface="Aptos"/>
              </a:rPr>
              <a:t>CRM Level</a:t>
            </a:r>
            <a:endParaRPr lang="en-US" sz="2000" b="0" u="none" strike="noStrike">
              <a:solidFill>
                <a:srgbClr val="000000"/>
              </a:solidFill>
              <a:effectLst/>
              <a:uFillTx/>
              <a:latin typeface="Arial"/>
            </a:endParaRPr>
          </a:p>
          <a:p>
            <a:pPr indent="0" defTabSz="914400">
              <a:lnSpc>
                <a:spcPct val="90000"/>
              </a:lnSpc>
              <a:spcBef>
                <a:spcPts val="1001"/>
              </a:spcBef>
              <a:buNone/>
              <a:tabLst>
                <a:tab algn="l" pos="0"/>
              </a:tabLst>
            </a:pPr>
            <a:endParaRPr lang="en-US" sz="2000" b="0" u="none" strike="noStrike">
              <a:solidFill>
                <a:srgbClr val="000000"/>
              </a:solidFill>
              <a:effectLst/>
              <a:uFillTx/>
              <a:latin typeface="Arial"/>
            </a:endParaRPr>
          </a:p>
          <a:p>
            <a:pPr indent="0" defTabSz="914400">
              <a:lnSpc>
                <a:spcPct val="90000"/>
              </a:lnSpc>
              <a:spcBef>
                <a:spcPts val="1001"/>
              </a:spcBef>
              <a:buNone/>
              <a:tabLst>
                <a:tab algn="l" pos="0"/>
              </a:tabLst>
            </a:pP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ma do Office">
  <a:themeElements>
    <a:clrScheme name="Vermelho">
      <a:dk1>
        <a:srgbClr val="000000"/>
      </a:dk1>
      <a:lt1>
        <a:srgbClr val="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194</TotalTime>
  <Application>LibreOffice/25.8.4.2$Linux_X86_64 LibreOffice_project/0366609b1de41a39e1896ae41e33c673f2a73802</Application>
  <AppVersion>15.0000</AppVersion>
  <Words>552</Words>
  <Paragraphs>93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2025-11-28T17:29:38Z</dcterms:created>
  <dc:creator>Luis Gonçalves</dc:creator>
  <dc:description/>
  <dc:language>en-US</dc:language>
  <cp:lastModifiedBy/>
  <dcterms:modified xsi:type="dcterms:W3CDTF">2026-02-06T12:02:26Z</dcterms:modified>
  <cp:revision>6</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vt:i4>
  </property>
  <property fmtid="{D5CDD505-2E9C-101B-9397-08002B2CF9AE}" pid="3" name="PresentationFormat">
    <vt:lpwstr>Widescreen</vt:lpwstr>
  </property>
  <property fmtid="{D5CDD505-2E9C-101B-9397-08002B2CF9AE}" pid="4" name="Slides">
    <vt:i4>12</vt:i4>
  </property>
</Properties>
</file>